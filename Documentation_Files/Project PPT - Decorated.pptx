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66" r:id="rId16"/>
    <p:sldId id="272" r:id="rId17"/>
    <p:sldId id="273" r:id="rId18"/>
    <p:sldId id="265" r:id="rId19"/>
    <p:sldId id="275" r:id="rId20"/>
    <p:sldId id="276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1FA6A-000A-4C9F-A23E-D45416BF2894}" v="72" dt="2025-03-07T06:45:36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nand Ingle" userId="c5ad9e3774d0ebd4" providerId="LiveId" clId="{2131FA6A-000A-4C9F-A23E-D45416BF2894}"/>
    <pc:docChg chg="undo custSel addSld delSld modSld">
      <pc:chgData name="Aanand Ingle" userId="c5ad9e3774d0ebd4" providerId="LiveId" clId="{2131FA6A-000A-4C9F-A23E-D45416BF2894}" dt="2025-03-07T06:48:04.040" v="287" actId="26606"/>
      <pc:docMkLst>
        <pc:docMk/>
      </pc:docMkLst>
      <pc:sldChg chg="modSp">
        <pc:chgData name="Aanand Ingle" userId="c5ad9e3774d0ebd4" providerId="LiveId" clId="{2131FA6A-000A-4C9F-A23E-D45416BF2894}" dt="2025-03-05T07:58:27.362" v="147" actId="20577"/>
        <pc:sldMkLst>
          <pc:docMk/>
          <pc:sldMk cId="0" sldId="256"/>
        </pc:sldMkLst>
        <pc:spChg chg="mod">
          <ac:chgData name="Aanand Ingle" userId="c5ad9e3774d0ebd4" providerId="LiveId" clId="{2131FA6A-000A-4C9F-A23E-D45416BF2894}" dt="2025-03-05T07:58:27.362" v="147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new mod setBg modClrScheme addAnim chgLayout">
        <pc:chgData name="Aanand Ingle" userId="c5ad9e3774d0ebd4" providerId="LiveId" clId="{2131FA6A-000A-4C9F-A23E-D45416BF2894}" dt="2025-03-06T16:52:20.851" v="199" actId="14100"/>
        <pc:sldMkLst>
          <pc:docMk/>
          <pc:sldMk cId="2607701597" sldId="266"/>
        </pc:sldMkLst>
        <pc:spChg chg="add mod ord">
          <ac:chgData name="Aanand Ingle" userId="c5ad9e3774d0ebd4" providerId="LiveId" clId="{2131FA6A-000A-4C9F-A23E-D45416BF2894}" dt="2025-03-06T16:51:41.129" v="187" actId="26606"/>
          <ac:spMkLst>
            <pc:docMk/>
            <pc:sldMk cId="2607701597" sldId="266"/>
            <ac:spMk id="2" creationId="{5D784E14-FCD1-0F9A-720B-C3CBC8AAC861}"/>
          </ac:spMkLst>
        </pc:spChg>
        <pc:spChg chg="add">
          <ac:chgData name="Aanand Ingle" userId="c5ad9e3774d0ebd4" providerId="LiveId" clId="{2131FA6A-000A-4C9F-A23E-D45416BF2894}" dt="2025-03-06T16:51:41.129" v="187" actId="26606"/>
          <ac:spMkLst>
            <pc:docMk/>
            <pc:sldMk cId="2607701597" sldId="266"/>
            <ac:spMk id="14" creationId="{C7D023E4-8DE1-436E-9847-ED6A4B4B04FD}"/>
          </ac:spMkLst>
        </pc:spChg>
        <pc:grpChg chg="add">
          <ac:chgData name="Aanand Ingle" userId="c5ad9e3774d0ebd4" providerId="LiveId" clId="{2131FA6A-000A-4C9F-A23E-D45416BF2894}" dt="2025-03-06T16:51:41.129" v="187" actId="26606"/>
          <ac:grpSpMkLst>
            <pc:docMk/>
            <pc:sldMk cId="2607701597" sldId="266"/>
            <ac:grpSpMk id="15" creationId="{5AC726A0-27B7-4B96-9E80-CBA87C29A7FF}"/>
          </ac:grpSpMkLst>
        </pc:grpChg>
        <pc:grpChg chg="add">
          <ac:chgData name="Aanand Ingle" userId="c5ad9e3774d0ebd4" providerId="LiveId" clId="{2131FA6A-000A-4C9F-A23E-D45416BF2894}" dt="2025-03-06T16:51:41.129" v="187" actId="26606"/>
          <ac:grpSpMkLst>
            <pc:docMk/>
            <pc:sldMk cId="2607701597" sldId="266"/>
            <ac:grpSpMk id="23" creationId="{43F5E015-E085-4624-B431-B42414448684}"/>
          </ac:grpSpMkLst>
        </pc:grpChg>
        <pc:picChg chg="add del mod ord">
          <ac:chgData name="Aanand Ingle" userId="c5ad9e3774d0ebd4" providerId="LiveId" clId="{2131FA6A-000A-4C9F-A23E-D45416BF2894}" dt="2025-03-06T16:51:21.975" v="186" actId="478"/>
          <ac:picMkLst>
            <pc:docMk/>
            <pc:sldMk cId="2607701597" sldId="266"/>
            <ac:picMk id="4" creationId="{A459C06C-A129-77C0-1089-DCFCD625685D}"/>
          </ac:picMkLst>
        </pc:picChg>
        <pc:picChg chg="add del mod ord">
          <ac:chgData name="Aanand Ingle" userId="c5ad9e3774d0ebd4" providerId="LiveId" clId="{2131FA6A-000A-4C9F-A23E-D45416BF2894}" dt="2025-03-06T16:51:21.133" v="185" actId="478"/>
          <ac:picMkLst>
            <pc:docMk/>
            <pc:sldMk cId="2607701597" sldId="266"/>
            <ac:picMk id="6" creationId="{B0417078-2F37-C609-5936-6391F350D9B2}"/>
          </ac:picMkLst>
        </pc:picChg>
        <pc:picChg chg="add mod ord">
          <ac:chgData name="Aanand Ingle" userId="c5ad9e3774d0ebd4" providerId="LiveId" clId="{2131FA6A-000A-4C9F-A23E-D45416BF2894}" dt="2025-03-06T16:52:10.366" v="196" actId="14100"/>
          <ac:picMkLst>
            <pc:docMk/>
            <pc:sldMk cId="2607701597" sldId="266"/>
            <ac:picMk id="8" creationId="{B81C7ADC-B37A-79F8-41AB-53A7E4D17716}"/>
          </ac:picMkLst>
        </pc:picChg>
        <pc:picChg chg="add mod">
          <ac:chgData name="Aanand Ingle" userId="c5ad9e3774d0ebd4" providerId="LiveId" clId="{2131FA6A-000A-4C9F-A23E-D45416BF2894}" dt="2025-03-06T16:52:20.851" v="199" actId="14100"/>
          <ac:picMkLst>
            <pc:docMk/>
            <pc:sldMk cId="2607701597" sldId="266"/>
            <ac:picMk id="10" creationId="{91FFCB9A-7581-482E-45EC-C3691BF6E0F5}"/>
          </ac:picMkLst>
        </pc:picChg>
        <pc:picChg chg="add mod ord">
          <ac:chgData name="Aanand Ingle" userId="c5ad9e3774d0ebd4" providerId="LiveId" clId="{2131FA6A-000A-4C9F-A23E-D45416BF2894}" dt="2025-03-06T16:51:53.307" v="190" actId="1076"/>
          <ac:picMkLst>
            <pc:docMk/>
            <pc:sldMk cId="2607701597" sldId="266"/>
            <ac:picMk id="12" creationId="{4783C470-A17D-1305-A4D2-B201DF9D3109}"/>
          </ac:picMkLst>
        </pc:picChg>
      </pc:sldChg>
      <pc:sldChg chg="addSp delSp modSp new mod setBg">
        <pc:chgData name="Aanand Ingle" userId="c5ad9e3774d0ebd4" providerId="LiveId" clId="{2131FA6A-000A-4C9F-A23E-D45416BF2894}" dt="2025-03-06T16:51:16.533" v="184" actId="14100"/>
        <pc:sldMkLst>
          <pc:docMk/>
          <pc:sldMk cId="1966571423" sldId="267"/>
        </pc:sldMkLst>
        <pc:spChg chg="mod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2" creationId="{B0AA142B-75BF-11D9-9643-3307710F159C}"/>
          </ac:spMkLst>
        </pc:spChg>
        <pc:spChg chg="add del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15" creationId="{F0087D53-9295-4463-AAE4-D5C626046E9F}"/>
          </ac:spMkLst>
        </pc:spChg>
        <pc:spChg chg="add del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17" creationId="{D6A9C53F-5F90-40A5-8C85-5412D39C8C68}"/>
          </ac:spMkLst>
        </pc:spChg>
        <pc:spChg chg="add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22" creationId="{928F64C6-FE22-4FC1-A763-DFCC514811BD}"/>
          </ac:spMkLst>
        </pc:spChg>
        <pc:picChg chg="add mod ord">
          <ac:chgData name="Aanand Ingle" userId="c5ad9e3774d0ebd4" providerId="LiveId" clId="{2131FA6A-000A-4C9F-A23E-D45416BF2894}" dt="2025-03-06T16:51:16.533" v="184" actId="14100"/>
          <ac:picMkLst>
            <pc:docMk/>
            <pc:sldMk cId="1966571423" sldId="267"/>
            <ac:picMk id="4" creationId="{5B772377-0CBF-FBE8-BE68-7B4922A19ADC}"/>
          </ac:picMkLst>
        </pc:picChg>
        <pc:picChg chg="add mod">
          <ac:chgData name="Aanand Ingle" userId="c5ad9e3774d0ebd4" providerId="LiveId" clId="{2131FA6A-000A-4C9F-A23E-D45416BF2894}" dt="2025-03-06T16:50:59.620" v="178" actId="14100"/>
          <ac:picMkLst>
            <pc:docMk/>
            <pc:sldMk cId="1966571423" sldId="267"/>
            <ac:picMk id="6" creationId="{A5255700-D28A-53FE-4389-7CE875FF3879}"/>
          </ac:picMkLst>
        </pc:picChg>
        <pc:picChg chg="add del mod">
          <ac:chgData name="Aanand Ingle" userId="c5ad9e3774d0ebd4" providerId="LiveId" clId="{2131FA6A-000A-4C9F-A23E-D45416BF2894}" dt="2025-03-06T16:48:52.737" v="148" actId="478"/>
          <ac:picMkLst>
            <pc:docMk/>
            <pc:sldMk cId="1966571423" sldId="267"/>
            <ac:picMk id="8" creationId="{ED3787B7-D1BC-D0AF-A741-8A0FFB227FC6}"/>
          </ac:picMkLst>
        </pc:picChg>
        <pc:picChg chg="add mod">
          <ac:chgData name="Aanand Ingle" userId="c5ad9e3774d0ebd4" providerId="LiveId" clId="{2131FA6A-000A-4C9F-A23E-D45416BF2894}" dt="2025-03-06T16:50:59.620" v="178" actId="14100"/>
          <ac:picMkLst>
            <pc:docMk/>
            <pc:sldMk cId="1966571423" sldId="267"/>
            <ac:picMk id="9" creationId="{3BAA6FCE-02BC-17B8-DBA4-4BB43FFB88D9}"/>
          </ac:picMkLst>
        </pc:picChg>
        <pc:picChg chg="add del mod">
          <ac:chgData name="Aanand Ingle" userId="c5ad9e3774d0ebd4" providerId="LiveId" clId="{2131FA6A-000A-4C9F-A23E-D45416BF2894}" dt="2025-03-06T16:48:53.360" v="149" actId="478"/>
          <ac:picMkLst>
            <pc:docMk/>
            <pc:sldMk cId="1966571423" sldId="267"/>
            <ac:picMk id="10" creationId="{021856F0-2B6E-1334-7441-2AD6DDD3547A}"/>
          </ac:picMkLst>
        </pc:picChg>
        <pc:picChg chg="add mod">
          <ac:chgData name="Aanand Ingle" userId="c5ad9e3774d0ebd4" providerId="LiveId" clId="{2131FA6A-000A-4C9F-A23E-D45416BF2894}" dt="2025-03-06T16:51:08.333" v="181" actId="14100"/>
          <ac:picMkLst>
            <pc:docMk/>
            <pc:sldMk cId="1966571423" sldId="267"/>
            <ac:picMk id="12" creationId="{1141C77D-2F45-E0CF-2F39-50D0E2238354}"/>
          </ac:picMkLst>
        </pc:picChg>
        <pc:picChg chg="add mod">
          <ac:chgData name="Aanand Ingle" userId="c5ad9e3774d0ebd4" providerId="LiveId" clId="{2131FA6A-000A-4C9F-A23E-D45416BF2894}" dt="2025-03-06T16:50:59.620" v="178" actId="14100"/>
          <ac:picMkLst>
            <pc:docMk/>
            <pc:sldMk cId="1966571423" sldId="267"/>
            <ac:picMk id="14" creationId="{DFDF5FA2-3B91-F24E-E363-49D0EACC1EBD}"/>
          </ac:picMkLst>
        </pc:picChg>
        <pc:cxnChg chg="add">
          <ac:chgData name="Aanand Ingle" userId="c5ad9e3774d0ebd4" providerId="LiveId" clId="{2131FA6A-000A-4C9F-A23E-D45416BF2894}" dt="2025-03-06T16:50:48.191" v="177" actId="26606"/>
          <ac:cxnSpMkLst>
            <pc:docMk/>
            <pc:sldMk cId="1966571423" sldId="267"/>
            <ac:cxnSpMk id="24" creationId="{5C34627B-48E6-4F4D-B843-97717A86B490}"/>
          </ac:cxnSpMkLst>
        </pc:cxnChg>
      </pc:sldChg>
      <pc:sldChg chg="addSp modSp new mod setBg">
        <pc:chgData name="Aanand Ingle" userId="c5ad9e3774d0ebd4" providerId="LiveId" clId="{2131FA6A-000A-4C9F-A23E-D45416BF2894}" dt="2025-03-07T06:45:49.677" v="226" actId="26606"/>
        <pc:sldMkLst>
          <pc:docMk/>
          <pc:sldMk cId="890011748" sldId="274"/>
        </pc:sldMkLst>
        <pc:spChg chg="mo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2" creationId="{44322463-69DC-F7DC-875D-B50192E6F77D}"/>
          </ac:spMkLst>
        </pc:spChg>
        <pc:spChg chg="add mo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3" creationId="{A374200F-1476-6A42-43CE-4B7C33DE6A53}"/>
          </ac:spMkLst>
        </pc:spChg>
        <pc:spChg chg="ad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10" creationId="{59A309A7-1751-4ABE-A3C1-EEC40366AD89}"/>
          </ac:spMkLst>
        </pc:spChg>
        <pc:spChg chg="ad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12" creationId="{967D8EB6-EAE1-4F9C-B398-83321E287204}"/>
          </ac:spMkLst>
        </pc:spChg>
        <pc:picChg chg="add">
          <ac:chgData name="Aanand Ingle" userId="c5ad9e3774d0ebd4" providerId="LiveId" clId="{2131FA6A-000A-4C9F-A23E-D45416BF2894}" dt="2025-03-07T06:45:49.677" v="226" actId="26606"/>
          <ac:picMkLst>
            <pc:docMk/>
            <pc:sldMk cId="890011748" sldId="274"/>
            <ac:picMk id="7" creationId="{85CCCADF-7425-E358-3913-1139ED709722}"/>
          </ac:picMkLst>
        </pc:picChg>
      </pc:sldChg>
      <pc:sldChg chg="addSp modSp new mod setBg">
        <pc:chgData name="Aanand Ingle" userId="c5ad9e3774d0ebd4" providerId="LiveId" clId="{2131FA6A-000A-4C9F-A23E-D45416BF2894}" dt="2025-03-07T06:47:08.413" v="243" actId="26606"/>
        <pc:sldMkLst>
          <pc:docMk/>
          <pc:sldMk cId="989544252" sldId="275"/>
        </pc:sldMkLst>
        <pc:spChg chg="mo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2" creationId="{2F3770B9-4074-FC4F-06F7-39A5E4801163}"/>
          </ac:spMkLst>
        </pc:spChg>
        <pc:spChg chg="mo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3" creationId="{93801360-3055-C668-1EB8-AFD766A094AF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8" creationId="{E92FEB64-6EEA-4759-B4A4-BD2C1E660BA8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0" creationId="{B10BB131-AC8E-4A8E-A5D1-36260F720C3B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2" creationId="{14847E93-7DC1-4D4B-8829-B19AA7137C50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4" creationId="{5566D6E1-03A1-4D73-A4E0-35D74D568A04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6" creationId="{9F835A99-04AC-494A-A572-AFE8413CC938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8" creationId="{7B786209-1B0B-4CA9-9BDD-F7327066A84D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20" creationId="{2D2964BB-484D-45AE-AD66-D407D0629652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22" creationId="{6691AC69-A76E-4DAB-B565-468B6B87ACF3}"/>
          </ac:spMkLst>
        </pc:spChg>
      </pc:sldChg>
      <pc:sldChg chg="addSp delSp modSp new mod setBg">
        <pc:chgData name="Aanand Ingle" userId="c5ad9e3774d0ebd4" providerId="LiveId" clId="{2131FA6A-000A-4C9F-A23E-D45416BF2894}" dt="2025-03-07T06:48:04.040" v="287" actId="26606"/>
        <pc:sldMkLst>
          <pc:docMk/>
          <pc:sldMk cId="142245625" sldId="276"/>
        </pc:sldMkLst>
        <pc:spChg chg="mo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2" creationId="{A244355F-EBD1-17A7-3C52-873BEE2424D4}"/>
          </ac:spMkLst>
        </pc:spChg>
        <pc:spChg chg="del mo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3" creationId="{0C3423A3-A90D-6686-0538-ABCBE3A32C03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8" creationId="{E92FEB64-6EEA-4759-B4A4-BD2C1E660BA8}"/>
          </ac:spMkLst>
        </pc:spChg>
        <pc:spChg chg="ad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9" creationId="{AE2B703B-46F9-481A-A605-82E2A828C4FA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0" creationId="{B10BB131-AC8E-4A8E-A5D1-36260F720C3B}"/>
          </ac:spMkLst>
        </pc:spChg>
        <pc:spChg chg="ad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11" creationId="{F13BE4D7-0C3D-4906-B230-A1C5B4665CCF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2" creationId="{14847E93-7DC1-4D4B-8829-B19AA7137C50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4" creationId="{5566D6E1-03A1-4D73-A4E0-35D74D568A04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6" creationId="{9F835A99-04AC-494A-A572-AFE8413CC938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8" creationId="{7B786209-1B0B-4CA9-9BDD-F7327066A84D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20" creationId="{2D2964BB-484D-45AE-AD66-D407D0629652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22" creationId="{6691AC69-A76E-4DAB-B565-468B6B87ACF3}"/>
          </ac:spMkLst>
        </pc:spChg>
        <pc:graphicFrameChg chg="add">
          <ac:chgData name="Aanand Ingle" userId="c5ad9e3774d0ebd4" providerId="LiveId" clId="{2131FA6A-000A-4C9F-A23E-D45416BF2894}" dt="2025-03-07T06:48:04.040" v="287" actId="26606"/>
          <ac:graphicFrameMkLst>
            <pc:docMk/>
            <pc:sldMk cId="142245625" sldId="276"/>
            <ac:graphicFrameMk id="5" creationId="{FEFE704E-B9BB-3AF8-A642-A924BFE7A46F}"/>
          </ac:graphicFrameMkLst>
        </pc:graphicFrameChg>
      </pc:sldChg>
      <pc:sldChg chg="new del">
        <pc:chgData name="Aanand Ingle" userId="c5ad9e3774d0ebd4" providerId="LiveId" clId="{2131FA6A-000A-4C9F-A23E-D45416BF2894}" dt="2025-03-07T06:47:34.800" v="245" actId="47"/>
        <pc:sldMkLst>
          <pc:docMk/>
          <pc:sldMk cId="3820100490" sldId="276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A9306F-DFEE-4FDF-8042-A0ADC668BCAC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FA53E5A-3798-4BF5-B7E3-5A74EAF36B0C}">
      <dgm:prSet/>
      <dgm:spPr/>
      <dgm:t>
        <a:bodyPr/>
        <a:lstStyle/>
        <a:p>
          <a:r>
            <a:rPr lang="en-US"/>
            <a:t>1. Aanand Sunil Ingle (Backend Development)</a:t>
          </a:r>
        </a:p>
      </dgm:t>
    </dgm:pt>
    <dgm:pt modelId="{7AE0231E-FAB1-4782-9804-407CB6287570}" type="parTrans" cxnId="{A839D359-DA74-4CB2-AB9C-988C06D9E5C4}">
      <dgm:prSet/>
      <dgm:spPr/>
      <dgm:t>
        <a:bodyPr/>
        <a:lstStyle/>
        <a:p>
          <a:endParaRPr lang="en-US"/>
        </a:p>
      </dgm:t>
    </dgm:pt>
    <dgm:pt modelId="{1928D6EA-16F7-47B3-A4BD-CCA2470EF03F}" type="sibTrans" cxnId="{A839D359-DA74-4CB2-AB9C-988C06D9E5C4}">
      <dgm:prSet/>
      <dgm:spPr/>
      <dgm:t>
        <a:bodyPr/>
        <a:lstStyle/>
        <a:p>
          <a:endParaRPr lang="en-US"/>
        </a:p>
      </dgm:t>
    </dgm:pt>
    <dgm:pt modelId="{BA35675D-2E49-418A-B4CC-00B9A22BDE4E}">
      <dgm:prSet/>
      <dgm:spPr/>
      <dgm:t>
        <a:bodyPr/>
        <a:lstStyle/>
        <a:p>
          <a:r>
            <a:rPr lang="en-US"/>
            <a:t>2. Gayatri Rameshwar Donatkar (Frontend Development)</a:t>
          </a:r>
        </a:p>
      </dgm:t>
    </dgm:pt>
    <dgm:pt modelId="{CD01D141-D214-4AAC-868C-6D2F9C31EC25}" type="parTrans" cxnId="{A3849E18-9E4D-4CDC-B46E-5E223831461E}">
      <dgm:prSet/>
      <dgm:spPr/>
      <dgm:t>
        <a:bodyPr/>
        <a:lstStyle/>
        <a:p>
          <a:endParaRPr lang="en-US"/>
        </a:p>
      </dgm:t>
    </dgm:pt>
    <dgm:pt modelId="{744D4121-0FC6-41BD-866E-8F922D7D23D7}" type="sibTrans" cxnId="{A3849E18-9E4D-4CDC-B46E-5E223831461E}">
      <dgm:prSet/>
      <dgm:spPr/>
      <dgm:t>
        <a:bodyPr/>
        <a:lstStyle/>
        <a:p>
          <a:endParaRPr lang="en-US"/>
        </a:p>
      </dgm:t>
    </dgm:pt>
    <dgm:pt modelId="{CB07B26D-DA80-40C5-BF97-528FDC287AFA}" type="pres">
      <dgm:prSet presAssocID="{EFA9306F-DFEE-4FDF-8042-A0ADC668BCAC}" presName="Name0" presStyleCnt="0">
        <dgm:presLayoutVars>
          <dgm:dir/>
          <dgm:animLvl val="lvl"/>
          <dgm:resizeHandles val="exact"/>
        </dgm:presLayoutVars>
      </dgm:prSet>
      <dgm:spPr/>
    </dgm:pt>
    <dgm:pt modelId="{76C3F442-12FA-437C-BD1B-8C6B287F068C}" type="pres">
      <dgm:prSet presAssocID="{BA35675D-2E49-418A-B4CC-00B9A22BDE4E}" presName="boxAndChildren" presStyleCnt="0"/>
      <dgm:spPr/>
    </dgm:pt>
    <dgm:pt modelId="{4008D726-0042-4A6B-B94D-BA81663F5C4C}" type="pres">
      <dgm:prSet presAssocID="{BA35675D-2E49-418A-B4CC-00B9A22BDE4E}" presName="parentTextBox" presStyleLbl="node1" presStyleIdx="0" presStyleCnt="2"/>
      <dgm:spPr/>
    </dgm:pt>
    <dgm:pt modelId="{CD9AB265-9B6B-4D4E-BEF9-B5F04A48F97F}" type="pres">
      <dgm:prSet presAssocID="{1928D6EA-16F7-47B3-A4BD-CCA2470EF03F}" presName="sp" presStyleCnt="0"/>
      <dgm:spPr/>
    </dgm:pt>
    <dgm:pt modelId="{6614CEE5-AA12-4D34-9D26-817F4F9389C1}" type="pres">
      <dgm:prSet presAssocID="{BFA53E5A-3798-4BF5-B7E3-5A74EAF36B0C}" presName="arrowAndChildren" presStyleCnt="0"/>
      <dgm:spPr/>
    </dgm:pt>
    <dgm:pt modelId="{4CE3FD20-B0BD-4FA2-807A-9B2CB5568577}" type="pres">
      <dgm:prSet presAssocID="{BFA53E5A-3798-4BF5-B7E3-5A74EAF36B0C}" presName="parentTextArrow" presStyleLbl="node1" presStyleIdx="1" presStyleCnt="2"/>
      <dgm:spPr/>
    </dgm:pt>
  </dgm:ptLst>
  <dgm:cxnLst>
    <dgm:cxn modelId="{A3849E18-9E4D-4CDC-B46E-5E223831461E}" srcId="{EFA9306F-DFEE-4FDF-8042-A0ADC668BCAC}" destId="{BA35675D-2E49-418A-B4CC-00B9A22BDE4E}" srcOrd="1" destOrd="0" parTransId="{CD01D141-D214-4AAC-868C-6D2F9C31EC25}" sibTransId="{744D4121-0FC6-41BD-866E-8F922D7D23D7}"/>
    <dgm:cxn modelId="{A839D359-DA74-4CB2-AB9C-988C06D9E5C4}" srcId="{EFA9306F-DFEE-4FDF-8042-A0ADC668BCAC}" destId="{BFA53E5A-3798-4BF5-B7E3-5A74EAF36B0C}" srcOrd="0" destOrd="0" parTransId="{7AE0231E-FAB1-4782-9804-407CB6287570}" sibTransId="{1928D6EA-16F7-47B3-A4BD-CCA2470EF03F}"/>
    <dgm:cxn modelId="{F8F6328D-EB2A-4997-A57B-648C5276A19E}" type="presOf" srcId="{BA35675D-2E49-418A-B4CC-00B9A22BDE4E}" destId="{4008D726-0042-4A6B-B94D-BA81663F5C4C}" srcOrd="0" destOrd="0" presId="urn:microsoft.com/office/officeart/2005/8/layout/process4"/>
    <dgm:cxn modelId="{3AE5EAA6-361A-45D6-A9AF-B5C9EFC69B17}" type="presOf" srcId="{EFA9306F-DFEE-4FDF-8042-A0ADC668BCAC}" destId="{CB07B26D-DA80-40C5-BF97-528FDC287AFA}" srcOrd="0" destOrd="0" presId="urn:microsoft.com/office/officeart/2005/8/layout/process4"/>
    <dgm:cxn modelId="{914711CC-4474-4E33-A6B9-052B6A282E95}" type="presOf" srcId="{BFA53E5A-3798-4BF5-B7E3-5A74EAF36B0C}" destId="{4CE3FD20-B0BD-4FA2-807A-9B2CB5568577}" srcOrd="0" destOrd="0" presId="urn:microsoft.com/office/officeart/2005/8/layout/process4"/>
    <dgm:cxn modelId="{3442B2F8-EF2E-4916-98CA-0D42A62C9A65}" type="presParOf" srcId="{CB07B26D-DA80-40C5-BF97-528FDC287AFA}" destId="{76C3F442-12FA-437C-BD1B-8C6B287F068C}" srcOrd="0" destOrd="0" presId="urn:microsoft.com/office/officeart/2005/8/layout/process4"/>
    <dgm:cxn modelId="{84873738-FE7E-4D91-BB51-6D4823B28762}" type="presParOf" srcId="{76C3F442-12FA-437C-BD1B-8C6B287F068C}" destId="{4008D726-0042-4A6B-B94D-BA81663F5C4C}" srcOrd="0" destOrd="0" presId="urn:microsoft.com/office/officeart/2005/8/layout/process4"/>
    <dgm:cxn modelId="{203D21F7-694A-4029-9846-1B05B224126B}" type="presParOf" srcId="{CB07B26D-DA80-40C5-BF97-528FDC287AFA}" destId="{CD9AB265-9B6B-4D4E-BEF9-B5F04A48F97F}" srcOrd="1" destOrd="0" presId="urn:microsoft.com/office/officeart/2005/8/layout/process4"/>
    <dgm:cxn modelId="{B14E293A-CA0D-4741-9A08-3638E3487FDD}" type="presParOf" srcId="{CB07B26D-DA80-40C5-BF97-528FDC287AFA}" destId="{6614CEE5-AA12-4D34-9D26-817F4F9389C1}" srcOrd="2" destOrd="0" presId="urn:microsoft.com/office/officeart/2005/8/layout/process4"/>
    <dgm:cxn modelId="{374592D7-3481-4516-A919-E12F87B27ABD}" type="presParOf" srcId="{6614CEE5-AA12-4D34-9D26-817F4F9389C1}" destId="{4CE3FD20-B0BD-4FA2-807A-9B2CB556857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E59DC7-90BE-43D9-AF8B-E7A008EE151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775E59-A86E-4C99-AB28-01DD30290F67}">
      <dgm:prSet/>
      <dgm:spPr/>
      <dgm:t>
        <a:bodyPr/>
        <a:lstStyle/>
        <a:p>
          <a:pPr>
            <a:defRPr cap="all"/>
          </a:pPr>
          <a:r>
            <a:rPr lang="en-US"/>
            <a:t>1. Input Constraints</a:t>
          </a:r>
        </a:p>
      </dgm:t>
    </dgm:pt>
    <dgm:pt modelId="{8A3729C0-7EB7-4FA5-97F4-D991C89559E6}" type="parTrans" cxnId="{6542E1B2-B4BA-4FB8-AD25-AF9FDEB57D0E}">
      <dgm:prSet/>
      <dgm:spPr/>
      <dgm:t>
        <a:bodyPr/>
        <a:lstStyle/>
        <a:p>
          <a:endParaRPr lang="en-US"/>
        </a:p>
      </dgm:t>
    </dgm:pt>
    <dgm:pt modelId="{4A0055EE-DA7F-4A1D-8922-2879B67DDD7D}" type="sibTrans" cxnId="{6542E1B2-B4BA-4FB8-AD25-AF9FDEB57D0E}">
      <dgm:prSet/>
      <dgm:spPr/>
      <dgm:t>
        <a:bodyPr/>
        <a:lstStyle/>
        <a:p>
          <a:endParaRPr lang="en-US"/>
        </a:p>
      </dgm:t>
    </dgm:pt>
    <dgm:pt modelId="{BE772071-3369-4F83-9E42-0FD57C4C0F6A}">
      <dgm:prSet/>
      <dgm:spPr/>
      <dgm:t>
        <a:bodyPr/>
        <a:lstStyle/>
        <a:p>
          <a:pPr>
            <a:defRPr cap="all"/>
          </a:pPr>
          <a:r>
            <a:rPr lang="en-US"/>
            <a:t>2. AI Algorithm for Timetable Generation</a:t>
          </a:r>
        </a:p>
      </dgm:t>
    </dgm:pt>
    <dgm:pt modelId="{48E2E8B2-8E21-4D03-91C4-EF1343B19512}" type="parTrans" cxnId="{49715B6E-4083-497A-8832-5EB70BD0F5EE}">
      <dgm:prSet/>
      <dgm:spPr/>
      <dgm:t>
        <a:bodyPr/>
        <a:lstStyle/>
        <a:p>
          <a:endParaRPr lang="en-US"/>
        </a:p>
      </dgm:t>
    </dgm:pt>
    <dgm:pt modelId="{639DAA58-A6D1-4E3D-91D6-C87D92256762}" type="sibTrans" cxnId="{49715B6E-4083-497A-8832-5EB70BD0F5EE}">
      <dgm:prSet/>
      <dgm:spPr/>
      <dgm:t>
        <a:bodyPr/>
        <a:lstStyle/>
        <a:p>
          <a:endParaRPr lang="en-US"/>
        </a:p>
      </dgm:t>
    </dgm:pt>
    <dgm:pt modelId="{B9520A3B-D18A-4759-A8A2-F92E73BC66C8}">
      <dgm:prSet/>
      <dgm:spPr/>
      <dgm:t>
        <a:bodyPr/>
        <a:lstStyle/>
        <a:p>
          <a:pPr>
            <a:defRPr cap="all"/>
          </a:pPr>
          <a:r>
            <a:rPr lang="en-US"/>
            <a:t>3. User Interface &amp; Customization</a:t>
          </a:r>
        </a:p>
      </dgm:t>
    </dgm:pt>
    <dgm:pt modelId="{9C6CDE0A-EFF0-4391-9C07-416EB34BCE74}" type="parTrans" cxnId="{A19AFD26-FF96-420B-ABAB-8CD922962CA3}">
      <dgm:prSet/>
      <dgm:spPr/>
      <dgm:t>
        <a:bodyPr/>
        <a:lstStyle/>
        <a:p>
          <a:endParaRPr lang="en-US"/>
        </a:p>
      </dgm:t>
    </dgm:pt>
    <dgm:pt modelId="{8EE52261-2E14-4FA4-B175-6AF4F27A8E35}" type="sibTrans" cxnId="{A19AFD26-FF96-420B-ABAB-8CD922962CA3}">
      <dgm:prSet/>
      <dgm:spPr/>
      <dgm:t>
        <a:bodyPr/>
        <a:lstStyle/>
        <a:p>
          <a:endParaRPr lang="en-US"/>
        </a:p>
      </dgm:t>
    </dgm:pt>
    <dgm:pt modelId="{5572915F-B3D5-4D16-A0E3-BE670D29E92C}">
      <dgm:prSet/>
      <dgm:spPr/>
      <dgm:t>
        <a:bodyPr/>
        <a:lstStyle/>
        <a:p>
          <a:pPr>
            <a:defRPr cap="all"/>
          </a:pPr>
          <a:r>
            <a:rPr lang="en-US"/>
            <a:t>4. Timetable Storage &amp; Retrieval</a:t>
          </a:r>
        </a:p>
      </dgm:t>
    </dgm:pt>
    <dgm:pt modelId="{42DFB5CB-021C-470C-9002-359355B93607}" type="parTrans" cxnId="{8C3A1175-0FF6-4847-BF39-D069EADB476E}">
      <dgm:prSet/>
      <dgm:spPr/>
      <dgm:t>
        <a:bodyPr/>
        <a:lstStyle/>
        <a:p>
          <a:endParaRPr lang="en-US"/>
        </a:p>
      </dgm:t>
    </dgm:pt>
    <dgm:pt modelId="{1157C47A-97D7-45FD-88D3-5B62EDCE1CF3}" type="sibTrans" cxnId="{8C3A1175-0FF6-4847-BF39-D069EADB476E}">
      <dgm:prSet/>
      <dgm:spPr/>
      <dgm:t>
        <a:bodyPr/>
        <a:lstStyle/>
        <a:p>
          <a:endParaRPr lang="en-US"/>
        </a:p>
      </dgm:t>
    </dgm:pt>
    <dgm:pt modelId="{3A4E5A6C-73DA-4176-A9D5-28428BACB52B}" type="pres">
      <dgm:prSet presAssocID="{EEE59DC7-90BE-43D9-AF8B-E7A008EE1514}" presName="root" presStyleCnt="0">
        <dgm:presLayoutVars>
          <dgm:dir/>
          <dgm:resizeHandles val="exact"/>
        </dgm:presLayoutVars>
      </dgm:prSet>
      <dgm:spPr/>
    </dgm:pt>
    <dgm:pt modelId="{FF2EB5A3-F054-4900-9361-0614C2940495}" type="pres">
      <dgm:prSet presAssocID="{B7775E59-A86E-4C99-AB28-01DD30290F67}" presName="compNode" presStyleCnt="0"/>
      <dgm:spPr/>
    </dgm:pt>
    <dgm:pt modelId="{F116DD26-A872-41FC-B43B-B1BC0A45D4E0}" type="pres">
      <dgm:prSet presAssocID="{B7775E59-A86E-4C99-AB28-01DD30290F67}" presName="iconBgRect" presStyleLbl="bgShp" presStyleIdx="0" presStyleCnt="4"/>
      <dgm:spPr/>
    </dgm:pt>
    <dgm:pt modelId="{700F8142-3491-4D33-9471-9ED3AD25A706}" type="pres">
      <dgm:prSet presAssocID="{B7775E59-A86E-4C99-AB28-01DD30290F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BC17EDAB-F1AC-4C8F-8B88-FC335B51E824}" type="pres">
      <dgm:prSet presAssocID="{B7775E59-A86E-4C99-AB28-01DD30290F67}" presName="spaceRect" presStyleCnt="0"/>
      <dgm:spPr/>
    </dgm:pt>
    <dgm:pt modelId="{4699FCE8-20C7-4915-8373-5D8741788928}" type="pres">
      <dgm:prSet presAssocID="{B7775E59-A86E-4C99-AB28-01DD30290F67}" presName="textRect" presStyleLbl="revTx" presStyleIdx="0" presStyleCnt="4">
        <dgm:presLayoutVars>
          <dgm:chMax val="1"/>
          <dgm:chPref val="1"/>
        </dgm:presLayoutVars>
      </dgm:prSet>
      <dgm:spPr/>
    </dgm:pt>
    <dgm:pt modelId="{04D90064-A478-4D50-BCEB-1C641C4A35A2}" type="pres">
      <dgm:prSet presAssocID="{4A0055EE-DA7F-4A1D-8922-2879B67DDD7D}" presName="sibTrans" presStyleCnt="0"/>
      <dgm:spPr/>
    </dgm:pt>
    <dgm:pt modelId="{82C42B9F-743E-4B21-8294-156CE1A730E0}" type="pres">
      <dgm:prSet presAssocID="{BE772071-3369-4F83-9E42-0FD57C4C0F6A}" presName="compNode" presStyleCnt="0"/>
      <dgm:spPr/>
    </dgm:pt>
    <dgm:pt modelId="{32D81EC0-C9CE-4ECB-9A3B-EF4D2F27B195}" type="pres">
      <dgm:prSet presAssocID="{BE772071-3369-4F83-9E42-0FD57C4C0F6A}" presName="iconBgRect" presStyleLbl="bgShp" presStyleIdx="1" presStyleCnt="4"/>
      <dgm:spPr/>
    </dgm:pt>
    <dgm:pt modelId="{AFAB0FFF-BFBD-4CFE-A8AE-E63F5AA3E802}" type="pres">
      <dgm:prSet presAssocID="{BE772071-3369-4F83-9E42-0FD57C4C0F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2DD69F-6FC6-4512-B7AD-70649E3717BD}" type="pres">
      <dgm:prSet presAssocID="{BE772071-3369-4F83-9E42-0FD57C4C0F6A}" presName="spaceRect" presStyleCnt="0"/>
      <dgm:spPr/>
    </dgm:pt>
    <dgm:pt modelId="{31B0DA96-26B2-465C-84BE-CF20BE9A18B8}" type="pres">
      <dgm:prSet presAssocID="{BE772071-3369-4F83-9E42-0FD57C4C0F6A}" presName="textRect" presStyleLbl="revTx" presStyleIdx="1" presStyleCnt="4">
        <dgm:presLayoutVars>
          <dgm:chMax val="1"/>
          <dgm:chPref val="1"/>
        </dgm:presLayoutVars>
      </dgm:prSet>
      <dgm:spPr/>
    </dgm:pt>
    <dgm:pt modelId="{0D14C91E-E77E-4432-BF35-668BF2FD878B}" type="pres">
      <dgm:prSet presAssocID="{639DAA58-A6D1-4E3D-91D6-C87D92256762}" presName="sibTrans" presStyleCnt="0"/>
      <dgm:spPr/>
    </dgm:pt>
    <dgm:pt modelId="{74108745-F723-4CA2-B91A-0D009BD0D824}" type="pres">
      <dgm:prSet presAssocID="{B9520A3B-D18A-4759-A8A2-F92E73BC66C8}" presName="compNode" presStyleCnt="0"/>
      <dgm:spPr/>
    </dgm:pt>
    <dgm:pt modelId="{DB6AEF8D-7C84-4F1A-85D3-6B01F4616BED}" type="pres">
      <dgm:prSet presAssocID="{B9520A3B-D18A-4759-A8A2-F92E73BC66C8}" presName="iconBgRect" presStyleLbl="bgShp" presStyleIdx="2" presStyleCnt="4"/>
      <dgm:spPr/>
    </dgm:pt>
    <dgm:pt modelId="{CC6F9CC8-853F-429D-9013-667815640E4B}" type="pres">
      <dgm:prSet presAssocID="{B9520A3B-D18A-4759-A8A2-F92E73BC66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FBC9DED-B435-4373-8B39-B0D93C56DA8C}" type="pres">
      <dgm:prSet presAssocID="{B9520A3B-D18A-4759-A8A2-F92E73BC66C8}" presName="spaceRect" presStyleCnt="0"/>
      <dgm:spPr/>
    </dgm:pt>
    <dgm:pt modelId="{82CDB271-0B66-48A2-BEFE-97043D4FF039}" type="pres">
      <dgm:prSet presAssocID="{B9520A3B-D18A-4759-A8A2-F92E73BC66C8}" presName="textRect" presStyleLbl="revTx" presStyleIdx="2" presStyleCnt="4">
        <dgm:presLayoutVars>
          <dgm:chMax val="1"/>
          <dgm:chPref val="1"/>
        </dgm:presLayoutVars>
      </dgm:prSet>
      <dgm:spPr/>
    </dgm:pt>
    <dgm:pt modelId="{DBAAF5F3-E378-4AB1-B1ED-9688C4462B42}" type="pres">
      <dgm:prSet presAssocID="{8EE52261-2E14-4FA4-B175-6AF4F27A8E35}" presName="sibTrans" presStyleCnt="0"/>
      <dgm:spPr/>
    </dgm:pt>
    <dgm:pt modelId="{D40C1414-C0B7-4713-B4B6-53B5225AB9F5}" type="pres">
      <dgm:prSet presAssocID="{5572915F-B3D5-4D16-A0E3-BE670D29E92C}" presName="compNode" presStyleCnt="0"/>
      <dgm:spPr/>
    </dgm:pt>
    <dgm:pt modelId="{07AEF58F-E6B1-4A62-A883-87F584C73600}" type="pres">
      <dgm:prSet presAssocID="{5572915F-B3D5-4D16-A0E3-BE670D29E92C}" presName="iconBgRect" presStyleLbl="bgShp" presStyleIdx="3" presStyleCnt="4"/>
      <dgm:spPr/>
    </dgm:pt>
    <dgm:pt modelId="{325564C4-BD48-47A9-8480-6E442AF8E474}" type="pres">
      <dgm:prSet presAssocID="{5572915F-B3D5-4D16-A0E3-BE670D29E9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pack"/>
        </a:ext>
      </dgm:extLst>
    </dgm:pt>
    <dgm:pt modelId="{5CD07A24-5F6F-4CB8-B257-41F60727E621}" type="pres">
      <dgm:prSet presAssocID="{5572915F-B3D5-4D16-A0E3-BE670D29E92C}" presName="spaceRect" presStyleCnt="0"/>
      <dgm:spPr/>
    </dgm:pt>
    <dgm:pt modelId="{3E8A5D1F-038B-4AD1-9108-755F5802A143}" type="pres">
      <dgm:prSet presAssocID="{5572915F-B3D5-4D16-A0E3-BE670D29E92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9AFD26-FF96-420B-ABAB-8CD922962CA3}" srcId="{EEE59DC7-90BE-43D9-AF8B-E7A008EE1514}" destId="{B9520A3B-D18A-4759-A8A2-F92E73BC66C8}" srcOrd="2" destOrd="0" parTransId="{9C6CDE0A-EFF0-4391-9C07-416EB34BCE74}" sibTransId="{8EE52261-2E14-4FA4-B175-6AF4F27A8E35}"/>
    <dgm:cxn modelId="{B1AF613C-2808-46A8-BAF6-D6C85B65EE57}" type="presOf" srcId="{BE772071-3369-4F83-9E42-0FD57C4C0F6A}" destId="{31B0DA96-26B2-465C-84BE-CF20BE9A18B8}" srcOrd="0" destOrd="0" presId="urn:microsoft.com/office/officeart/2018/5/layout/IconCircleLabelList"/>
    <dgm:cxn modelId="{543B3242-4122-4223-917B-D85C98C2D8AA}" type="presOf" srcId="{5572915F-B3D5-4D16-A0E3-BE670D29E92C}" destId="{3E8A5D1F-038B-4AD1-9108-755F5802A143}" srcOrd="0" destOrd="0" presId="urn:microsoft.com/office/officeart/2018/5/layout/IconCircleLabelList"/>
    <dgm:cxn modelId="{49715B6E-4083-497A-8832-5EB70BD0F5EE}" srcId="{EEE59DC7-90BE-43D9-AF8B-E7A008EE1514}" destId="{BE772071-3369-4F83-9E42-0FD57C4C0F6A}" srcOrd="1" destOrd="0" parTransId="{48E2E8B2-8E21-4D03-91C4-EF1343B19512}" sibTransId="{639DAA58-A6D1-4E3D-91D6-C87D92256762}"/>
    <dgm:cxn modelId="{8C3A1175-0FF6-4847-BF39-D069EADB476E}" srcId="{EEE59DC7-90BE-43D9-AF8B-E7A008EE1514}" destId="{5572915F-B3D5-4D16-A0E3-BE670D29E92C}" srcOrd="3" destOrd="0" parTransId="{42DFB5CB-021C-470C-9002-359355B93607}" sibTransId="{1157C47A-97D7-45FD-88D3-5B62EDCE1CF3}"/>
    <dgm:cxn modelId="{89A66E94-C6AF-4F37-BF85-A5887AE76FEB}" type="presOf" srcId="{B9520A3B-D18A-4759-A8A2-F92E73BC66C8}" destId="{82CDB271-0B66-48A2-BEFE-97043D4FF039}" srcOrd="0" destOrd="0" presId="urn:microsoft.com/office/officeart/2018/5/layout/IconCircleLabelList"/>
    <dgm:cxn modelId="{5322329D-BB00-490F-AF19-A9210632E37E}" type="presOf" srcId="{B7775E59-A86E-4C99-AB28-01DD30290F67}" destId="{4699FCE8-20C7-4915-8373-5D8741788928}" srcOrd="0" destOrd="0" presId="urn:microsoft.com/office/officeart/2018/5/layout/IconCircleLabelList"/>
    <dgm:cxn modelId="{6542E1B2-B4BA-4FB8-AD25-AF9FDEB57D0E}" srcId="{EEE59DC7-90BE-43D9-AF8B-E7A008EE1514}" destId="{B7775E59-A86E-4C99-AB28-01DD30290F67}" srcOrd="0" destOrd="0" parTransId="{8A3729C0-7EB7-4FA5-97F4-D991C89559E6}" sibTransId="{4A0055EE-DA7F-4A1D-8922-2879B67DDD7D}"/>
    <dgm:cxn modelId="{0FDB17D0-C375-4E85-A769-2BE9BBB77D14}" type="presOf" srcId="{EEE59DC7-90BE-43D9-AF8B-E7A008EE1514}" destId="{3A4E5A6C-73DA-4176-A9D5-28428BACB52B}" srcOrd="0" destOrd="0" presId="urn:microsoft.com/office/officeart/2018/5/layout/IconCircleLabelList"/>
    <dgm:cxn modelId="{5D99D884-98BD-411B-9F5F-FB962E4B3721}" type="presParOf" srcId="{3A4E5A6C-73DA-4176-A9D5-28428BACB52B}" destId="{FF2EB5A3-F054-4900-9361-0614C2940495}" srcOrd="0" destOrd="0" presId="urn:microsoft.com/office/officeart/2018/5/layout/IconCircleLabelList"/>
    <dgm:cxn modelId="{E03987EF-E55D-4443-BDF4-387FA93E8AE1}" type="presParOf" srcId="{FF2EB5A3-F054-4900-9361-0614C2940495}" destId="{F116DD26-A872-41FC-B43B-B1BC0A45D4E0}" srcOrd="0" destOrd="0" presId="urn:microsoft.com/office/officeart/2018/5/layout/IconCircleLabelList"/>
    <dgm:cxn modelId="{C7CCD8F9-91E4-4564-BF6D-CC3561AC0D23}" type="presParOf" srcId="{FF2EB5A3-F054-4900-9361-0614C2940495}" destId="{700F8142-3491-4D33-9471-9ED3AD25A706}" srcOrd="1" destOrd="0" presId="urn:microsoft.com/office/officeart/2018/5/layout/IconCircleLabelList"/>
    <dgm:cxn modelId="{85D45C0D-2FE3-4229-9769-B160B4EE21F2}" type="presParOf" srcId="{FF2EB5A3-F054-4900-9361-0614C2940495}" destId="{BC17EDAB-F1AC-4C8F-8B88-FC335B51E824}" srcOrd="2" destOrd="0" presId="urn:microsoft.com/office/officeart/2018/5/layout/IconCircleLabelList"/>
    <dgm:cxn modelId="{BBEC08F6-C9E4-47FA-9F9D-777960594EED}" type="presParOf" srcId="{FF2EB5A3-F054-4900-9361-0614C2940495}" destId="{4699FCE8-20C7-4915-8373-5D8741788928}" srcOrd="3" destOrd="0" presId="urn:microsoft.com/office/officeart/2018/5/layout/IconCircleLabelList"/>
    <dgm:cxn modelId="{D80392A7-DC70-4660-9D70-E619FD31BEDF}" type="presParOf" srcId="{3A4E5A6C-73DA-4176-A9D5-28428BACB52B}" destId="{04D90064-A478-4D50-BCEB-1C641C4A35A2}" srcOrd="1" destOrd="0" presId="urn:microsoft.com/office/officeart/2018/5/layout/IconCircleLabelList"/>
    <dgm:cxn modelId="{48257D1F-41E3-479A-ABF6-48844A6C9CAD}" type="presParOf" srcId="{3A4E5A6C-73DA-4176-A9D5-28428BACB52B}" destId="{82C42B9F-743E-4B21-8294-156CE1A730E0}" srcOrd="2" destOrd="0" presId="urn:microsoft.com/office/officeart/2018/5/layout/IconCircleLabelList"/>
    <dgm:cxn modelId="{20873E72-EAD9-4B37-8CA7-D15ADDD74396}" type="presParOf" srcId="{82C42B9F-743E-4B21-8294-156CE1A730E0}" destId="{32D81EC0-C9CE-4ECB-9A3B-EF4D2F27B195}" srcOrd="0" destOrd="0" presId="urn:microsoft.com/office/officeart/2018/5/layout/IconCircleLabelList"/>
    <dgm:cxn modelId="{38BE4278-BD24-4537-A92F-035E1C659728}" type="presParOf" srcId="{82C42B9F-743E-4B21-8294-156CE1A730E0}" destId="{AFAB0FFF-BFBD-4CFE-A8AE-E63F5AA3E802}" srcOrd="1" destOrd="0" presId="urn:microsoft.com/office/officeart/2018/5/layout/IconCircleLabelList"/>
    <dgm:cxn modelId="{1CA5870B-2822-4BEF-9CBE-7C82E311E3D8}" type="presParOf" srcId="{82C42B9F-743E-4B21-8294-156CE1A730E0}" destId="{502DD69F-6FC6-4512-B7AD-70649E3717BD}" srcOrd="2" destOrd="0" presId="urn:microsoft.com/office/officeart/2018/5/layout/IconCircleLabelList"/>
    <dgm:cxn modelId="{7F80262D-000B-430A-9267-4D060D36E935}" type="presParOf" srcId="{82C42B9F-743E-4B21-8294-156CE1A730E0}" destId="{31B0DA96-26B2-465C-84BE-CF20BE9A18B8}" srcOrd="3" destOrd="0" presId="urn:microsoft.com/office/officeart/2018/5/layout/IconCircleLabelList"/>
    <dgm:cxn modelId="{E0AA7DDB-FAFA-40BC-B4C4-7041AE519ACA}" type="presParOf" srcId="{3A4E5A6C-73DA-4176-A9D5-28428BACB52B}" destId="{0D14C91E-E77E-4432-BF35-668BF2FD878B}" srcOrd="3" destOrd="0" presId="urn:microsoft.com/office/officeart/2018/5/layout/IconCircleLabelList"/>
    <dgm:cxn modelId="{E8BC712B-53A4-4FC5-BFA4-AE5D2C66DBE7}" type="presParOf" srcId="{3A4E5A6C-73DA-4176-A9D5-28428BACB52B}" destId="{74108745-F723-4CA2-B91A-0D009BD0D824}" srcOrd="4" destOrd="0" presId="urn:microsoft.com/office/officeart/2018/5/layout/IconCircleLabelList"/>
    <dgm:cxn modelId="{26F38300-A831-4489-BE21-F116453EEA7C}" type="presParOf" srcId="{74108745-F723-4CA2-B91A-0D009BD0D824}" destId="{DB6AEF8D-7C84-4F1A-85D3-6B01F4616BED}" srcOrd="0" destOrd="0" presId="urn:microsoft.com/office/officeart/2018/5/layout/IconCircleLabelList"/>
    <dgm:cxn modelId="{AF3561BD-0B84-41BB-B219-3379F859EA6F}" type="presParOf" srcId="{74108745-F723-4CA2-B91A-0D009BD0D824}" destId="{CC6F9CC8-853F-429D-9013-667815640E4B}" srcOrd="1" destOrd="0" presId="urn:microsoft.com/office/officeart/2018/5/layout/IconCircleLabelList"/>
    <dgm:cxn modelId="{E4A2F884-A963-4D5A-9FAF-5650149A5C1A}" type="presParOf" srcId="{74108745-F723-4CA2-B91A-0D009BD0D824}" destId="{1FBC9DED-B435-4373-8B39-B0D93C56DA8C}" srcOrd="2" destOrd="0" presId="urn:microsoft.com/office/officeart/2018/5/layout/IconCircleLabelList"/>
    <dgm:cxn modelId="{2A38C207-A5E6-42EF-8F05-B1F41C1A15A6}" type="presParOf" srcId="{74108745-F723-4CA2-B91A-0D009BD0D824}" destId="{82CDB271-0B66-48A2-BEFE-97043D4FF039}" srcOrd="3" destOrd="0" presId="urn:microsoft.com/office/officeart/2018/5/layout/IconCircleLabelList"/>
    <dgm:cxn modelId="{EEEC47A9-1CCF-4160-A1BC-B61E5FDA35DB}" type="presParOf" srcId="{3A4E5A6C-73DA-4176-A9D5-28428BACB52B}" destId="{DBAAF5F3-E378-4AB1-B1ED-9688C4462B42}" srcOrd="5" destOrd="0" presId="urn:microsoft.com/office/officeart/2018/5/layout/IconCircleLabelList"/>
    <dgm:cxn modelId="{2CB23B16-84D9-4C52-AB8D-F01B21064560}" type="presParOf" srcId="{3A4E5A6C-73DA-4176-A9D5-28428BACB52B}" destId="{D40C1414-C0B7-4713-B4B6-53B5225AB9F5}" srcOrd="6" destOrd="0" presId="urn:microsoft.com/office/officeart/2018/5/layout/IconCircleLabelList"/>
    <dgm:cxn modelId="{7817140C-BF54-4689-8418-7F43B5C141C3}" type="presParOf" srcId="{D40C1414-C0B7-4713-B4B6-53B5225AB9F5}" destId="{07AEF58F-E6B1-4A62-A883-87F584C73600}" srcOrd="0" destOrd="0" presId="urn:microsoft.com/office/officeart/2018/5/layout/IconCircleLabelList"/>
    <dgm:cxn modelId="{ECA86912-F0B7-4449-80DD-2AA3B95CAA91}" type="presParOf" srcId="{D40C1414-C0B7-4713-B4B6-53B5225AB9F5}" destId="{325564C4-BD48-47A9-8480-6E442AF8E474}" srcOrd="1" destOrd="0" presId="urn:microsoft.com/office/officeart/2018/5/layout/IconCircleLabelList"/>
    <dgm:cxn modelId="{422D7F05-A5A6-4802-9732-437D581DFB71}" type="presParOf" srcId="{D40C1414-C0B7-4713-B4B6-53B5225AB9F5}" destId="{5CD07A24-5F6F-4CB8-B257-41F60727E621}" srcOrd="2" destOrd="0" presId="urn:microsoft.com/office/officeart/2018/5/layout/IconCircleLabelList"/>
    <dgm:cxn modelId="{46112D2B-929F-41A7-AE6E-C9A2A6AFEC83}" type="presParOf" srcId="{D40C1414-C0B7-4713-B4B6-53B5225AB9F5}" destId="{3E8A5D1F-038B-4AD1-9108-755F5802A1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50A7D3-3077-4C0A-9050-02CFE60C629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40CA3E-6E2C-4E02-A827-E3A9BA55943F}">
      <dgm:prSet/>
      <dgm:spPr/>
      <dgm:t>
        <a:bodyPr/>
        <a:lstStyle/>
        <a:p>
          <a:r>
            <a:rPr lang="en-US"/>
            <a:t>- Application of AI in scheduling</a:t>
          </a:r>
        </a:p>
      </dgm:t>
    </dgm:pt>
    <dgm:pt modelId="{96DB29C3-4C56-4201-81C3-BF23A6DC44CD}" type="parTrans" cxnId="{03C8E32E-4F25-4D04-BB4D-6379D7F0AE2A}">
      <dgm:prSet/>
      <dgm:spPr/>
      <dgm:t>
        <a:bodyPr/>
        <a:lstStyle/>
        <a:p>
          <a:endParaRPr lang="en-US"/>
        </a:p>
      </dgm:t>
    </dgm:pt>
    <dgm:pt modelId="{1733F33E-B5B5-4674-8303-67C5D84DFE7C}" type="sibTrans" cxnId="{03C8E32E-4F25-4D04-BB4D-6379D7F0AE2A}">
      <dgm:prSet/>
      <dgm:spPr/>
      <dgm:t>
        <a:bodyPr/>
        <a:lstStyle/>
        <a:p>
          <a:endParaRPr lang="en-US"/>
        </a:p>
      </dgm:t>
    </dgm:pt>
    <dgm:pt modelId="{A8FA7A53-73A2-492F-AA4E-13A327CD172D}">
      <dgm:prSet/>
      <dgm:spPr/>
      <dgm:t>
        <a:bodyPr/>
        <a:lstStyle/>
        <a:p>
          <a:r>
            <a:rPr lang="en-US"/>
            <a:t>- Full-stack development</a:t>
          </a:r>
        </a:p>
      </dgm:t>
    </dgm:pt>
    <dgm:pt modelId="{3357F4ED-7F8B-4FF1-A5A8-3B62FB388943}" type="parTrans" cxnId="{DBBF9AA7-27C9-47A8-86E4-55F5F74A1D8B}">
      <dgm:prSet/>
      <dgm:spPr/>
      <dgm:t>
        <a:bodyPr/>
        <a:lstStyle/>
        <a:p>
          <a:endParaRPr lang="en-US"/>
        </a:p>
      </dgm:t>
    </dgm:pt>
    <dgm:pt modelId="{A8964826-0B2F-43C3-BEB0-688C074A930C}" type="sibTrans" cxnId="{DBBF9AA7-27C9-47A8-86E4-55F5F74A1D8B}">
      <dgm:prSet/>
      <dgm:spPr/>
      <dgm:t>
        <a:bodyPr/>
        <a:lstStyle/>
        <a:p>
          <a:endParaRPr lang="en-US"/>
        </a:p>
      </dgm:t>
    </dgm:pt>
    <dgm:pt modelId="{DF2E7422-AF8B-4D76-AC24-10222EE5D351}">
      <dgm:prSet/>
      <dgm:spPr/>
      <dgm:t>
        <a:bodyPr/>
        <a:lstStyle/>
        <a:p>
          <a:r>
            <a:rPr lang="en-US"/>
            <a:t>- Database design &amp; optimization</a:t>
          </a:r>
        </a:p>
      </dgm:t>
    </dgm:pt>
    <dgm:pt modelId="{C600E135-05BD-467C-B016-96496DBBC764}" type="parTrans" cxnId="{5E4D82CB-927D-42D0-8110-A34AC1BBACE3}">
      <dgm:prSet/>
      <dgm:spPr/>
      <dgm:t>
        <a:bodyPr/>
        <a:lstStyle/>
        <a:p>
          <a:endParaRPr lang="en-US"/>
        </a:p>
      </dgm:t>
    </dgm:pt>
    <dgm:pt modelId="{1278F6F7-BA80-40D6-A3E6-13069B41869E}" type="sibTrans" cxnId="{5E4D82CB-927D-42D0-8110-A34AC1BBACE3}">
      <dgm:prSet/>
      <dgm:spPr/>
      <dgm:t>
        <a:bodyPr/>
        <a:lstStyle/>
        <a:p>
          <a:endParaRPr lang="en-US"/>
        </a:p>
      </dgm:t>
    </dgm:pt>
    <dgm:pt modelId="{6A2CA25C-7C7B-4533-BADB-75C24264AA83}">
      <dgm:prSet/>
      <dgm:spPr/>
      <dgm:t>
        <a:bodyPr/>
        <a:lstStyle/>
        <a:p>
          <a:r>
            <a:rPr lang="en-US"/>
            <a:t>- Handling real-world constraints in software</a:t>
          </a:r>
        </a:p>
      </dgm:t>
    </dgm:pt>
    <dgm:pt modelId="{E936EA85-BDEC-4E3B-AC1C-1E565B2EA906}" type="parTrans" cxnId="{5DEDAF9C-6F42-4ED8-BD4B-90512418EEF4}">
      <dgm:prSet/>
      <dgm:spPr/>
      <dgm:t>
        <a:bodyPr/>
        <a:lstStyle/>
        <a:p>
          <a:endParaRPr lang="en-US"/>
        </a:p>
      </dgm:t>
    </dgm:pt>
    <dgm:pt modelId="{0CAD08E6-6FBC-4248-BB17-F6FF368B2D5F}" type="sibTrans" cxnId="{5DEDAF9C-6F42-4ED8-BD4B-90512418EEF4}">
      <dgm:prSet/>
      <dgm:spPr/>
      <dgm:t>
        <a:bodyPr/>
        <a:lstStyle/>
        <a:p>
          <a:endParaRPr lang="en-US"/>
        </a:p>
      </dgm:t>
    </dgm:pt>
    <dgm:pt modelId="{BE5EAFB2-9659-4256-80C3-49BF37209170}" type="pres">
      <dgm:prSet presAssocID="{B850A7D3-3077-4C0A-9050-02CFE60C6295}" presName="root" presStyleCnt="0">
        <dgm:presLayoutVars>
          <dgm:dir/>
          <dgm:resizeHandles val="exact"/>
        </dgm:presLayoutVars>
      </dgm:prSet>
      <dgm:spPr/>
    </dgm:pt>
    <dgm:pt modelId="{A828DCD1-14C5-4DB4-8EDE-88B17C5FA0FB}" type="pres">
      <dgm:prSet presAssocID="{B140CA3E-6E2C-4E02-A827-E3A9BA55943F}" presName="compNode" presStyleCnt="0"/>
      <dgm:spPr/>
    </dgm:pt>
    <dgm:pt modelId="{7F074320-9A5F-4936-87C8-E59CF25F9411}" type="pres">
      <dgm:prSet presAssocID="{B140CA3E-6E2C-4E02-A827-E3A9BA5594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0CCBE04-B3BF-4177-BE64-2B0CE84E9CEE}" type="pres">
      <dgm:prSet presAssocID="{B140CA3E-6E2C-4E02-A827-E3A9BA55943F}" presName="spaceRect" presStyleCnt="0"/>
      <dgm:spPr/>
    </dgm:pt>
    <dgm:pt modelId="{70C515B5-F57E-4DEB-9EF5-D8889B044F16}" type="pres">
      <dgm:prSet presAssocID="{B140CA3E-6E2C-4E02-A827-E3A9BA55943F}" presName="textRect" presStyleLbl="revTx" presStyleIdx="0" presStyleCnt="4">
        <dgm:presLayoutVars>
          <dgm:chMax val="1"/>
          <dgm:chPref val="1"/>
        </dgm:presLayoutVars>
      </dgm:prSet>
      <dgm:spPr/>
    </dgm:pt>
    <dgm:pt modelId="{45B0F27C-A534-4EA5-8973-3C5052814414}" type="pres">
      <dgm:prSet presAssocID="{1733F33E-B5B5-4674-8303-67C5D84DFE7C}" presName="sibTrans" presStyleCnt="0"/>
      <dgm:spPr/>
    </dgm:pt>
    <dgm:pt modelId="{D300798C-58F1-490F-9B23-79E0CACC2491}" type="pres">
      <dgm:prSet presAssocID="{A8FA7A53-73A2-492F-AA4E-13A327CD172D}" presName="compNode" presStyleCnt="0"/>
      <dgm:spPr/>
    </dgm:pt>
    <dgm:pt modelId="{6E2BC380-B733-4DF0-A611-C2160912FFBE}" type="pres">
      <dgm:prSet presAssocID="{A8FA7A53-73A2-492F-AA4E-13A327CD172D}" presName="iconRect" presStyleLbl="node1" presStyleIdx="1" presStyleCnt="4" custLinFactNeighborX="6270" custLinFactNeighborY="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2D6B0790-16F8-4149-81F0-D9BFC5A7FDE8}" type="pres">
      <dgm:prSet presAssocID="{A8FA7A53-73A2-492F-AA4E-13A327CD172D}" presName="spaceRect" presStyleCnt="0"/>
      <dgm:spPr/>
    </dgm:pt>
    <dgm:pt modelId="{3501A480-6C24-4F26-81C3-916B8D1DEFF5}" type="pres">
      <dgm:prSet presAssocID="{A8FA7A53-73A2-492F-AA4E-13A327CD172D}" presName="textRect" presStyleLbl="revTx" presStyleIdx="1" presStyleCnt="4">
        <dgm:presLayoutVars>
          <dgm:chMax val="1"/>
          <dgm:chPref val="1"/>
        </dgm:presLayoutVars>
      </dgm:prSet>
      <dgm:spPr/>
    </dgm:pt>
    <dgm:pt modelId="{56F5FF8D-E7E0-4C38-A22D-7385FD5A09AE}" type="pres">
      <dgm:prSet presAssocID="{A8964826-0B2F-43C3-BEB0-688C074A930C}" presName="sibTrans" presStyleCnt="0"/>
      <dgm:spPr/>
    </dgm:pt>
    <dgm:pt modelId="{45FE8997-71A3-4D6C-B2A6-D70841E7068C}" type="pres">
      <dgm:prSet presAssocID="{DF2E7422-AF8B-4D76-AC24-10222EE5D351}" presName="compNode" presStyleCnt="0"/>
      <dgm:spPr/>
    </dgm:pt>
    <dgm:pt modelId="{D18828CD-8BAD-4C23-B52E-66630944E19C}" type="pres">
      <dgm:prSet presAssocID="{DF2E7422-AF8B-4D76-AC24-10222EE5D3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C2484C0-E702-45F2-8C8C-B8DD05AD47ED}" type="pres">
      <dgm:prSet presAssocID="{DF2E7422-AF8B-4D76-AC24-10222EE5D351}" presName="spaceRect" presStyleCnt="0"/>
      <dgm:spPr/>
    </dgm:pt>
    <dgm:pt modelId="{2F780FB2-2D3D-4D1D-88B2-FA84533FF2BF}" type="pres">
      <dgm:prSet presAssocID="{DF2E7422-AF8B-4D76-AC24-10222EE5D351}" presName="textRect" presStyleLbl="revTx" presStyleIdx="2" presStyleCnt="4">
        <dgm:presLayoutVars>
          <dgm:chMax val="1"/>
          <dgm:chPref val="1"/>
        </dgm:presLayoutVars>
      </dgm:prSet>
      <dgm:spPr/>
    </dgm:pt>
    <dgm:pt modelId="{1B64F533-4BC5-44E3-BC0E-7B285CBD2364}" type="pres">
      <dgm:prSet presAssocID="{1278F6F7-BA80-40D6-A3E6-13069B41869E}" presName="sibTrans" presStyleCnt="0"/>
      <dgm:spPr/>
    </dgm:pt>
    <dgm:pt modelId="{89128C89-6496-4007-AA95-11BBDAEA3E5E}" type="pres">
      <dgm:prSet presAssocID="{6A2CA25C-7C7B-4533-BADB-75C24264AA83}" presName="compNode" presStyleCnt="0"/>
      <dgm:spPr/>
    </dgm:pt>
    <dgm:pt modelId="{26889A44-EECA-4BA7-B5D9-4CB7560DB8F9}" type="pres">
      <dgm:prSet presAssocID="{6A2CA25C-7C7B-4533-BADB-75C24264AA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989E955-2974-4D59-9EE8-1EFDB223A7CF}" type="pres">
      <dgm:prSet presAssocID="{6A2CA25C-7C7B-4533-BADB-75C24264AA83}" presName="spaceRect" presStyleCnt="0"/>
      <dgm:spPr/>
    </dgm:pt>
    <dgm:pt modelId="{B8FF3EB3-29D1-410A-A2D1-05A456B763F7}" type="pres">
      <dgm:prSet presAssocID="{6A2CA25C-7C7B-4533-BADB-75C24264AA8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364E16-EE59-469B-83F8-B3ED2B7F92CF}" type="presOf" srcId="{6A2CA25C-7C7B-4533-BADB-75C24264AA83}" destId="{B8FF3EB3-29D1-410A-A2D1-05A456B763F7}" srcOrd="0" destOrd="0" presId="urn:microsoft.com/office/officeart/2018/2/layout/IconLabelList"/>
    <dgm:cxn modelId="{59D93D24-31A0-40A1-8DBC-DEF0906848EC}" type="presOf" srcId="{A8FA7A53-73A2-492F-AA4E-13A327CD172D}" destId="{3501A480-6C24-4F26-81C3-916B8D1DEFF5}" srcOrd="0" destOrd="0" presId="urn:microsoft.com/office/officeart/2018/2/layout/IconLabelList"/>
    <dgm:cxn modelId="{03C8E32E-4F25-4D04-BB4D-6379D7F0AE2A}" srcId="{B850A7D3-3077-4C0A-9050-02CFE60C6295}" destId="{B140CA3E-6E2C-4E02-A827-E3A9BA55943F}" srcOrd="0" destOrd="0" parTransId="{96DB29C3-4C56-4201-81C3-BF23A6DC44CD}" sibTransId="{1733F33E-B5B5-4674-8303-67C5D84DFE7C}"/>
    <dgm:cxn modelId="{0CF85533-3D7B-4B53-B194-5DFD6C32D0CA}" type="presOf" srcId="{B140CA3E-6E2C-4E02-A827-E3A9BA55943F}" destId="{70C515B5-F57E-4DEB-9EF5-D8889B044F16}" srcOrd="0" destOrd="0" presId="urn:microsoft.com/office/officeart/2018/2/layout/IconLabelList"/>
    <dgm:cxn modelId="{A464A16D-F0DC-488A-8E37-429DC3860960}" type="presOf" srcId="{DF2E7422-AF8B-4D76-AC24-10222EE5D351}" destId="{2F780FB2-2D3D-4D1D-88B2-FA84533FF2BF}" srcOrd="0" destOrd="0" presId="urn:microsoft.com/office/officeart/2018/2/layout/IconLabelList"/>
    <dgm:cxn modelId="{5DEDAF9C-6F42-4ED8-BD4B-90512418EEF4}" srcId="{B850A7D3-3077-4C0A-9050-02CFE60C6295}" destId="{6A2CA25C-7C7B-4533-BADB-75C24264AA83}" srcOrd="3" destOrd="0" parTransId="{E936EA85-BDEC-4E3B-AC1C-1E565B2EA906}" sibTransId="{0CAD08E6-6FBC-4248-BB17-F6FF368B2D5F}"/>
    <dgm:cxn modelId="{DBBF9AA7-27C9-47A8-86E4-55F5F74A1D8B}" srcId="{B850A7D3-3077-4C0A-9050-02CFE60C6295}" destId="{A8FA7A53-73A2-492F-AA4E-13A327CD172D}" srcOrd="1" destOrd="0" parTransId="{3357F4ED-7F8B-4FF1-A5A8-3B62FB388943}" sibTransId="{A8964826-0B2F-43C3-BEB0-688C074A930C}"/>
    <dgm:cxn modelId="{5E4D82CB-927D-42D0-8110-A34AC1BBACE3}" srcId="{B850A7D3-3077-4C0A-9050-02CFE60C6295}" destId="{DF2E7422-AF8B-4D76-AC24-10222EE5D351}" srcOrd="2" destOrd="0" parTransId="{C600E135-05BD-467C-B016-96496DBBC764}" sibTransId="{1278F6F7-BA80-40D6-A3E6-13069B41869E}"/>
    <dgm:cxn modelId="{7AC07CF7-505E-4F43-B9E8-476335436BE0}" type="presOf" srcId="{B850A7D3-3077-4C0A-9050-02CFE60C6295}" destId="{BE5EAFB2-9659-4256-80C3-49BF37209170}" srcOrd="0" destOrd="0" presId="urn:microsoft.com/office/officeart/2018/2/layout/IconLabelList"/>
    <dgm:cxn modelId="{552949CE-D248-4CFB-9476-DE4036CC7080}" type="presParOf" srcId="{BE5EAFB2-9659-4256-80C3-49BF37209170}" destId="{A828DCD1-14C5-4DB4-8EDE-88B17C5FA0FB}" srcOrd="0" destOrd="0" presId="urn:microsoft.com/office/officeart/2018/2/layout/IconLabelList"/>
    <dgm:cxn modelId="{6C577F54-1297-4D21-8551-0F41586DE39D}" type="presParOf" srcId="{A828DCD1-14C5-4DB4-8EDE-88B17C5FA0FB}" destId="{7F074320-9A5F-4936-87C8-E59CF25F9411}" srcOrd="0" destOrd="0" presId="urn:microsoft.com/office/officeart/2018/2/layout/IconLabelList"/>
    <dgm:cxn modelId="{561C7DC0-DB05-4D46-A17D-26530C2A7EE5}" type="presParOf" srcId="{A828DCD1-14C5-4DB4-8EDE-88B17C5FA0FB}" destId="{E0CCBE04-B3BF-4177-BE64-2B0CE84E9CEE}" srcOrd="1" destOrd="0" presId="urn:microsoft.com/office/officeart/2018/2/layout/IconLabelList"/>
    <dgm:cxn modelId="{56BE4592-9947-40B9-90CF-0F85BA925A10}" type="presParOf" srcId="{A828DCD1-14C5-4DB4-8EDE-88B17C5FA0FB}" destId="{70C515B5-F57E-4DEB-9EF5-D8889B044F16}" srcOrd="2" destOrd="0" presId="urn:microsoft.com/office/officeart/2018/2/layout/IconLabelList"/>
    <dgm:cxn modelId="{23535A32-A4B1-4210-8AE1-055E5E96C063}" type="presParOf" srcId="{BE5EAFB2-9659-4256-80C3-49BF37209170}" destId="{45B0F27C-A534-4EA5-8973-3C5052814414}" srcOrd="1" destOrd="0" presId="urn:microsoft.com/office/officeart/2018/2/layout/IconLabelList"/>
    <dgm:cxn modelId="{B7E03EE1-53BF-4C8F-9372-43EDBB06D04C}" type="presParOf" srcId="{BE5EAFB2-9659-4256-80C3-49BF37209170}" destId="{D300798C-58F1-490F-9B23-79E0CACC2491}" srcOrd="2" destOrd="0" presId="urn:microsoft.com/office/officeart/2018/2/layout/IconLabelList"/>
    <dgm:cxn modelId="{BBDC6FDA-823A-4E75-99B4-E4B16FEAA69E}" type="presParOf" srcId="{D300798C-58F1-490F-9B23-79E0CACC2491}" destId="{6E2BC380-B733-4DF0-A611-C2160912FFBE}" srcOrd="0" destOrd="0" presId="urn:microsoft.com/office/officeart/2018/2/layout/IconLabelList"/>
    <dgm:cxn modelId="{06784882-A5AD-4B90-B1D7-EE647893094B}" type="presParOf" srcId="{D300798C-58F1-490F-9B23-79E0CACC2491}" destId="{2D6B0790-16F8-4149-81F0-D9BFC5A7FDE8}" srcOrd="1" destOrd="0" presId="urn:microsoft.com/office/officeart/2018/2/layout/IconLabelList"/>
    <dgm:cxn modelId="{B60081DF-7BEE-450A-8245-58FCC77F378D}" type="presParOf" srcId="{D300798C-58F1-490F-9B23-79E0CACC2491}" destId="{3501A480-6C24-4F26-81C3-916B8D1DEFF5}" srcOrd="2" destOrd="0" presId="urn:microsoft.com/office/officeart/2018/2/layout/IconLabelList"/>
    <dgm:cxn modelId="{570FAA6A-E90B-4ED4-8777-56E1762B68E7}" type="presParOf" srcId="{BE5EAFB2-9659-4256-80C3-49BF37209170}" destId="{56F5FF8D-E7E0-4C38-A22D-7385FD5A09AE}" srcOrd="3" destOrd="0" presId="urn:microsoft.com/office/officeart/2018/2/layout/IconLabelList"/>
    <dgm:cxn modelId="{BA4F52CB-850C-489D-ACC3-586F728FF20D}" type="presParOf" srcId="{BE5EAFB2-9659-4256-80C3-49BF37209170}" destId="{45FE8997-71A3-4D6C-B2A6-D70841E7068C}" srcOrd="4" destOrd="0" presId="urn:microsoft.com/office/officeart/2018/2/layout/IconLabelList"/>
    <dgm:cxn modelId="{A93691E0-8D07-46F7-9DCD-538A86AA19B6}" type="presParOf" srcId="{45FE8997-71A3-4D6C-B2A6-D70841E7068C}" destId="{D18828CD-8BAD-4C23-B52E-66630944E19C}" srcOrd="0" destOrd="0" presId="urn:microsoft.com/office/officeart/2018/2/layout/IconLabelList"/>
    <dgm:cxn modelId="{EA382EB9-8326-48EE-A050-E435CA5E6CCF}" type="presParOf" srcId="{45FE8997-71A3-4D6C-B2A6-D70841E7068C}" destId="{4C2484C0-E702-45F2-8C8C-B8DD05AD47ED}" srcOrd="1" destOrd="0" presId="urn:microsoft.com/office/officeart/2018/2/layout/IconLabelList"/>
    <dgm:cxn modelId="{DB049F40-CF6E-4B5F-A3C9-D38B6ED2A6B6}" type="presParOf" srcId="{45FE8997-71A3-4D6C-B2A6-D70841E7068C}" destId="{2F780FB2-2D3D-4D1D-88B2-FA84533FF2BF}" srcOrd="2" destOrd="0" presId="urn:microsoft.com/office/officeart/2018/2/layout/IconLabelList"/>
    <dgm:cxn modelId="{21AD3FE2-CE23-4B74-841D-25366A59038C}" type="presParOf" srcId="{BE5EAFB2-9659-4256-80C3-49BF37209170}" destId="{1B64F533-4BC5-44E3-BC0E-7B285CBD2364}" srcOrd="5" destOrd="0" presId="urn:microsoft.com/office/officeart/2018/2/layout/IconLabelList"/>
    <dgm:cxn modelId="{C453A7DE-50D7-43A3-96B7-A6F1E9217532}" type="presParOf" srcId="{BE5EAFB2-9659-4256-80C3-49BF37209170}" destId="{89128C89-6496-4007-AA95-11BBDAEA3E5E}" srcOrd="6" destOrd="0" presId="urn:microsoft.com/office/officeart/2018/2/layout/IconLabelList"/>
    <dgm:cxn modelId="{94320BD3-7E29-4BAC-BD53-17A491914EBC}" type="presParOf" srcId="{89128C89-6496-4007-AA95-11BBDAEA3E5E}" destId="{26889A44-EECA-4BA7-B5D9-4CB7560DB8F9}" srcOrd="0" destOrd="0" presId="urn:microsoft.com/office/officeart/2018/2/layout/IconLabelList"/>
    <dgm:cxn modelId="{0BC92FEF-BDC3-4F11-8AAA-52264577C524}" type="presParOf" srcId="{89128C89-6496-4007-AA95-11BBDAEA3E5E}" destId="{5989E955-2974-4D59-9EE8-1EFDB223A7CF}" srcOrd="1" destOrd="0" presId="urn:microsoft.com/office/officeart/2018/2/layout/IconLabelList"/>
    <dgm:cxn modelId="{23C6F996-906B-4E5B-B195-8BF23E4712F5}" type="presParOf" srcId="{89128C89-6496-4007-AA95-11BBDAEA3E5E}" destId="{B8FF3EB3-29D1-410A-A2D1-05A456B763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230952-459D-40A1-A941-300A57AC8E3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A80037-E618-41AC-85AF-7413B32097E4}">
      <dgm:prSet/>
      <dgm:spPr/>
      <dgm:t>
        <a:bodyPr/>
        <a:lstStyle/>
        <a:p>
          <a:pPr>
            <a:defRPr cap="all"/>
          </a:pPr>
          <a:r>
            <a:rPr lang="en-US"/>
            <a:t>- Mobile application integration</a:t>
          </a:r>
        </a:p>
      </dgm:t>
    </dgm:pt>
    <dgm:pt modelId="{7E7568C2-24C5-4C8A-AF55-8878AE9847EB}" type="parTrans" cxnId="{01E26396-8B82-472F-A615-9DD1E739EB79}">
      <dgm:prSet/>
      <dgm:spPr/>
      <dgm:t>
        <a:bodyPr/>
        <a:lstStyle/>
        <a:p>
          <a:endParaRPr lang="en-US"/>
        </a:p>
      </dgm:t>
    </dgm:pt>
    <dgm:pt modelId="{87385AB0-5C6A-4F74-A07C-73B5461836D6}" type="sibTrans" cxnId="{01E26396-8B82-472F-A615-9DD1E739EB79}">
      <dgm:prSet/>
      <dgm:spPr/>
      <dgm:t>
        <a:bodyPr/>
        <a:lstStyle/>
        <a:p>
          <a:endParaRPr lang="en-US"/>
        </a:p>
      </dgm:t>
    </dgm:pt>
    <dgm:pt modelId="{5738B73B-D0FA-40B6-BF77-58034AEEF9A1}">
      <dgm:prSet/>
      <dgm:spPr/>
      <dgm:t>
        <a:bodyPr/>
        <a:lstStyle/>
        <a:p>
          <a:pPr>
            <a:defRPr cap="all"/>
          </a:pPr>
          <a:r>
            <a:rPr lang="en-US"/>
            <a:t>- More intelligent conflict resolution</a:t>
          </a:r>
        </a:p>
      </dgm:t>
    </dgm:pt>
    <dgm:pt modelId="{4C351234-7AA7-45AD-8905-1FE7B87763B5}" type="parTrans" cxnId="{DB6E7AD8-CF1D-43D6-AFC8-48533D805944}">
      <dgm:prSet/>
      <dgm:spPr/>
      <dgm:t>
        <a:bodyPr/>
        <a:lstStyle/>
        <a:p>
          <a:endParaRPr lang="en-US"/>
        </a:p>
      </dgm:t>
    </dgm:pt>
    <dgm:pt modelId="{2427DC44-3B71-441A-8DB6-ECD6F06914D2}" type="sibTrans" cxnId="{DB6E7AD8-CF1D-43D6-AFC8-48533D805944}">
      <dgm:prSet/>
      <dgm:spPr/>
      <dgm:t>
        <a:bodyPr/>
        <a:lstStyle/>
        <a:p>
          <a:endParaRPr lang="en-US"/>
        </a:p>
      </dgm:t>
    </dgm:pt>
    <dgm:pt modelId="{15BFD3EC-67B9-4B4F-9FDE-D411894F926E}">
      <dgm:prSet/>
      <dgm:spPr/>
      <dgm:t>
        <a:bodyPr/>
        <a:lstStyle/>
        <a:p>
          <a:pPr>
            <a:defRPr cap="all"/>
          </a:pPr>
          <a:r>
            <a:rPr lang="en-US"/>
            <a:t>- Multi-campus support</a:t>
          </a:r>
        </a:p>
      </dgm:t>
    </dgm:pt>
    <dgm:pt modelId="{5776B8C1-5E18-4D3D-8F2E-D5A1A67A290C}" type="parTrans" cxnId="{7649F9E3-A015-4F82-8028-DBFE91CC7221}">
      <dgm:prSet/>
      <dgm:spPr/>
      <dgm:t>
        <a:bodyPr/>
        <a:lstStyle/>
        <a:p>
          <a:endParaRPr lang="en-US"/>
        </a:p>
      </dgm:t>
    </dgm:pt>
    <dgm:pt modelId="{484C1DF2-6AAC-4201-9F96-77FDA6707B0F}" type="sibTrans" cxnId="{7649F9E3-A015-4F82-8028-DBFE91CC7221}">
      <dgm:prSet/>
      <dgm:spPr/>
      <dgm:t>
        <a:bodyPr/>
        <a:lstStyle/>
        <a:p>
          <a:endParaRPr lang="en-US"/>
        </a:p>
      </dgm:t>
    </dgm:pt>
    <dgm:pt modelId="{E6E3D67A-B1D3-45E1-9A67-65088671B1D3}">
      <dgm:prSet/>
      <dgm:spPr/>
      <dgm:t>
        <a:bodyPr/>
        <a:lstStyle/>
        <a:p>
          <a:pPr>
            <a:defRPr cap="all"/>
          </a:pPr>
          <a:r>
            <a:rPr lang="en-US"/>
            <a:t>- Advanced analytics for scheduling optimization</a:t>
          </a:r>
        </a:p>
      </dgm:t>
    </dgm:pt>
    <dgm:pt modelId="{79DA70CC-605A-40AF-B7BA-B2D920ACF7AD}" type="parTrans" cxnId="{851AA4A9-5527-4299-BF76-9D61D944E9AB}">
      <dgm:prSet/>
      <dgm:spPr/>
      <dgm:t>
        <a:bodyPr/>
        <a:lstStyle/>
        <a:p>
          <a:endParaRPr lang="en-US"/>
        </a:p>
      </dgm:t>
    </dgm:pt>
    <dgm:pt modelId="{13A6A2B6-A737-4404-BDDB-CA838601BABB}" type="sibTrans" cxnId="{851AA4A9-5527-4299-BF76-9D61D944E9AB}">
      <dgm:prSet/>
      <dgm:spPr/>
      <dgm:t>
        <a:bodyPr/>
        <a:lstStyle/>
        <a:p>
          <a:endParaRPr lang="en-US"/>
        </a:p>
      </dgm:t>
    </dgm:pt>
    <dgm:pt modelId="{D755CF2B-F762-4F02-94EC-876510BE157E}" type="pres">
      <dgm:prSet presAssocID="{E4230952-459D-40A1-A941-300A57AC8E36}" presName="root" presStyleCnt="0">
        <dgm:presLayoutVars>
          <dgm:dir/>
          <dgm:resizeHandles val="exact"/>
        </dgm:presLayoutVars>
      </dgm:prSet>
      <dgm:spPr/>
    </dgm:pt>
    <dgm:pt modelId="{E49272BB-78F4-467A-BB54-8AD8067726C5}" type="pres">
      <dgm:prSet presAssocID="{95A80037-E618-41AC-85AF-7413B32097E4}" presName="compNode" presStyleCnt="0"/>
      <dgm:spPr/>
    </dgm:pt>
    <dgm:pt modelId="{A1F56FCB-52FD-447C-9B64-0E23646D276A}" type="pres">
      <dgm:prSet presAssocID="{95A80037-E618-41AC-85AF-7413B32097E4}" presName="iconBgRect" presStyleLbl="bgShp" presStyleIdx="0" presStyleCnt="4"/>
      <dgm:spPr/>
    </dgm:pt>
    <dgm:pt modelId="{D1E8DB9C-8382-4AC8-88C7-8343D25F58FF}" type="pres">
      <dgm:prSet presAssocID="{95A80037-E618-41AC-85AF-7413B32097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2758EDB-E890-48E4-BD8A-64C9A43ADF8C}" type="pres">
      <dgm:prSet presAssocID="{95A80037-E618-41AC-85AF-7413B32097E4}" presName="spaceRect" presStyleCnt="0"/>
      <dgm:spPr/>
    </dgm:pt>
    <dgm:pt modelId="{625CFE72-D77D-40EA-8408-296B4E39950F}" type="pres">
      <dgm:prSet presAssocID="{95A80037-E618-41AC-85AF-7413B32097E4}" presName="textRect" presStyleLbl="revTx" presStyleIdx="0" presStyleCnt="4">
        <dgm:presLayoutVars>
          <dgm:chMax val="1"/>
          <dgm:chPref val="1"/>
        </dgm:presLayoutVars>
      </dgm:prSet>
      <dgm:spPr/>
    </dgm:pt>
    <dgm:pt modelId="{3B2419EA-B47E-4D11-A244-37D5CD440652}" type="pres">
      <dgm:prSet presAssocID="{87385AB0-5C6A-4F74-A07C-73B5461836D6}" presName="sibTrans" presStyleCnt="0"/>
      <dgm:spPr/>
    </dgm:pt>
    <dgm:pt modelId="{38F52D69-098E-4D08-85E4-FCA1DB4CF54D}" type="pres">
      <dgm:prSet presAssocID="{5738B73B-D0FA-40B6-BF77-58034AEEF9A1}" presName="compNode" presStyleCnt="0"/>
      <dgm:spPr/>
    </dgm:pt>
    <dgm:pt modelId="{E7BF240E-D4A7-4108-8999-4C1589427675}" type="pres">
      <dgm:prSet presAssocID="{5738B73B-D0FA-40B6-BF77-58034AEEF9A1}" presName="iconBgRect" presStyleLbl="bgShp" presStyleIdx="1" presStyleCnt="4"/>
      <dgm:spPr/>
    </dgm:pt>
    <dgm:pt modelId="{75C864DA-BC0E-4F2F-939B-653FA22293CD}" type="pres">
      <dgm:prSet presAssocID="{5738B73B-D0FA-40B6-BF77-58034AEEF9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D9A1F7B-B128-4053-B99D-29E8EA4EB18A}" type="pres">
      <dgm:prSet presAssocID="{5738B73B-D0FA-40B6-BF77-58034AEEF9A1}" presName="spaceRect" presStyleCnt="0"/>
      <dgm:spPr/>
    </dgm:pt>
    <dgm:pt modelId="{1D16C912-05C4-4BA7-93A8-A193DD4E87E5}" type="pres">
      <dgm:prSet presAssocID="{5738B73B-D0FA-40B6-BF77-58034AEEF9A1}" presName="textRect" presStyleLbl="revTx" presStyleIdx="1" presStyleCnt="4">
        <dgm:presLayoutVars>
          <dgm:chMax val="1"/>
          <dgm:chPref val="1"/>
        </dgm:presLayoutVars>
      </dgm:prSet>
      <dgm:spPr/>
    </dgm:pt>
    <dgm:pt modelId="{F1F948BF-671A-4959-B0B3-E65221C7F246}" type="pres">
      <dgm:prSet presAssocID="{2427DC44-3B71-441A-8DB6-ECD6F06914D2}" presName="sibTrans" presStyleCnt="0"/>
      <dgm:spPr/>
    </dgm:pt>
    <dgm:pt modelId="{DD4AFAFE-F284-4354-895D-911E5078F2C5}" type="pres">
      <dgm:prSet presAssocID="{15BFD3EC-67B9-4B4F-9FDE-D411894F926E}" presName="compNode" presStyleCnt="0"/>
      <dgm:spPr/>
    </dgm:pt>
    <dgm:pt modelId="{D466764D-5F03-460B-9D8F-16323412E5FF}" type="pres">
      <dgm:prSet presAssocID="{15BFD3EC-67B9-4B4F-9FDE-D411894F926E}" presName="iconBgRect" presStyleLbl="bgShp" presStyleIdx="2" presStyleCnt="4"/>
      <dgm:spPr/>
    </dgm:pt>
    <dgm:pt modelId="{8CF18BFF-328B-49BA-A8F8-070C9DA4DC42}" type="pres">
      <dgm:prSet presAssocID="{15BFD3EC-67B9-4B4F-9FDE-D411894F92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8E629799-5C5A-453E-B406-47555E97E549}" type="pres">
      <dgm:prSet presAssocID="{15BFD3EC-67B9-4B4F-9FDE-D411894F926E}" presName="spaceRect" presStyleCnt="0"/>
      <dgm:spPr/>
    </dgm:pt>
    <dgm:pt modelId="{C5A57877-EF80-4274-9139-FD7090E6FE71}" type="pres">
      <dgm:prSet presAssocID="{15BFD3EC-67B9-4B4F-9FDE-D411894F926E}" presName="textRect" presStyleLbl="revTx" presStyleIdx="2" presStyleCnt="4">
        <dgm:presLayoutVars>
          <dgm:chMax val="1"/>
          <dgm:chPref val="1"/>
        </dgm:presLayoutVars>
      </dgm:prSet>
      <dgm:spPr/>
    </dgm:pt>
    <dgm:pt modelId="{9AB14C29-1AEE-41E8-BED0-B50C58C7AEDB}" type="pres">
      <dgm:prSet presAssocID="{484C1DF2-6AAC-4201-9F96-77FDA6707B0F}" presName="sibTrans" presStyleCnt="0"/>
      <dgm:spPr/>
    </dgm:pt>
    <dgm:pt modelId="{81A79DF4-5E8B-44D5-94E2-4C5DDE96BBE3}" type="pres">
      <dgm:prSet presAssocID="{E6E3D67A-B1D3-45E1-9A67-65088671B1D3}" presName="compNode" presStyleCnt="0"/>
      <dgm:spPr/>
    </dgm:pt>
    <dgm:pt modelId="{8286D58C-6D0E-4318-A063-A645A35A3E28}" type="pres">
      <dgm:prSet presAssocID="{E6E3D67A-B1D3-45E1-9A67-65088671B1D3}" presName="iconBgRect" presStyleLbl="bgShp" presStyleIdx="3" presStyleCnt="4"/>
      <dgm:spPr/>
    </dgm:pt>
    <dgm:pt modelId="{DDD310EB-79B2-422F-8E97-62929C5AD388}" type="pres">
      <dgm:prSet presAssocID="{E6E3D67A-B1D3-45E1-9A67-65088671B1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FA4B1F3-9BD1-4F0D-9494-9F2A6A7E1FF1}" type="pres">
      <dgm:prSet presAssocID="{E6E3D67A-B1D3-45E1-9A67-65088671B1D3}" presName="spaceRect" presStyleCnt="0"/>
      <dgm:spPr/>
    </dgm:pt>
    <dgm:pt modelId="{667E6382-F4F8-4F25-B148-2C1E08C0D641}" type="pres">
      <dgm:prSet presAssocID="{E6E3D67A-B1D3-45E1-9A67-65088671B1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28CC27F-885D-45EF-97CE-694D68372A26}" type="presOf" srcId="{95A80037-E618-41AC-85AF-7413B32097E4}" destId="{625CFE72-D77D-40EA-8408-296B4E39950F}" srcOrd="0" destOrd="0" presId="urn:microsoft.com/office/officeart/2018/5/layout/IconCircleLabelList"/>
    <dgm:cxn modelId="{B7A6C18C-016F-4AA4-A097-49106A42E525}" type="presOf" srcId="{5738B73B-D0FA-40B6-BF77-58034AEEF9A1}" destId="{1D16C912-05C4-4BA7-93A8-A193DD4E87E5}" srcOrd="0" destOrd="0" presId="urn:microsoft.com/office/officeart/2018/5/layout/IconCircleLabelList"/>
    <dgm:cxn modelId="{01E26396-8B82-472F-A615-9DD1E739EB79}" srcId="{E4230952-459D-40A1-A941-300A57AC8E36}" destId="{95A80037-E618-41AC-85AF-7413B32097E4}" srcOrd="0" destOrd="0" parTransId="{7E7568C2-24C5-4C8A-AF55-8878AE9847EB}" sibTransId="{87385AB0-5C6A-4F74-A07C-73B5461836D6}"/>
    <dgm:cxn modelId="{23BC60A2-6FE8-4E0F-8B4A-6B134D911DDE}" type="presOf" srcId="{15BFD3EC-67B9-4B4F-9FDE-D411894F926E}" destId="{C5A57877-EF80-4274-9139-FD7090E6FE71}" srcOrd="0" destOrd="0" presId="urn:microsoft.com/office/officeart/2018/5/layout/IconCircleLabelList"/>
    <dgm:cxn modelId="{851AA4A9-5527-4299-BF76-9D61D944E9AB}" srcId="{E4230952-459D-40A1-A941-300A57AC8E36}" destId="{E6E3D67A-B1D3-45E1-9A67-65088671B1D3}" srcOrd="3" destOrd="0" parTransId="{79DA70CC-605A-40AF-B7BA-B2D920ACF7AD}" sibTransId="{13A6A2B6-A737-4404-BDDB-CA838601BABB}"/>
    <dgm:cxn modelId="{514FFBC5-2DEF-432E-9C7C-911C1D0F7F3F}" type="presOf" srcId="{E6E3D67A-B1D3-45E1-9A67-65088671B1D3}" destId="{667E6382-F4F8-4F25-B148-2C1E08C0D641}" srcOrd="0" destOrd="0" presId="urn:microsoft.com/office/officeart/2018/5/layout/IconCircleLabelList"/>
    <dgm:cxn modelId="{DB6E7AD8-CF1D-43D6-AFC8-48533D805944}" srcId="{E4230952-459D-40A1-A941-300A57AC8E36}" destId="{5738B73B-D0FA-40B6-BF77-58034AEEF9A1}" srcOrd="1" destOrd="0" parTransId="{4C351234-7AA7-45AD-8905-1FE7B87763B5}" sibTransId="{2427DC44-3B71-441A-8DB6-ECD6F06914D2}"/>
    <dgm:cxn modelId="{7649F9E3-A015-4F82-8028-DBFE91CC7221}" srcId="{E4230952-459D-40A1-A941-300A57AC8E36}" destId="{15BFD3EC-67B9-4B4F-9FDE-D411894F926E}" srcOrd="2" destOrd="0" parTransId="{5776B8C1-5E18-4D3D-8F2E-D5A1A67A290C}" sibTransId="{484C1DF2-6AAC-4201-9F96-77FDA6707B0F}"/>
    <dgm:cxn modelId="{B4F6A8F6-58E9-4E42-BDA9-3609A9BF978B}" type="presOf" srcId="{E4230952-459D-40A1-A941-300A57AC8E36}" destId="{D755CF2B-F762-4F02-94EC-876510BE157E}" srcOrd="0" destOrd="0" presId="urn:microsoft.com/office/officeart/2018/5/layout/IconCircleLabelList"/>
    <dgm:cxn modelId="{0D39F6B4-F408-4714-8709-6DFA978D21F0}" type="presParOf" srcId="{D755CF2B-F762-4F02-94EC-876510BE157E}" destId="{E49272BB-78F4-467A-BB54-8AD8067726C5}" srcOrd="0" destOrd="0" presId="urn:microsoft.com/office/officeart/2018/5/layout/IconCircleLabelList"/>
    <dgm:cxn modelId="{93380F51-3915-46B2-9A5D-51B1FB973816}" type="presParOf" srcId="{E49272BB-78F4-467A-BB54-8AD8067726C5}" destId="{A1F56FCB-52FD-447C-9B64-0E23646D276A}" srcOrd="0" destOrd="0" presId="urn:microsoft.com/office/officeart/2018/5/layout/IconCircleLabelList"/>
    <dgm:cxn modelId="{11D33747-086D-40AF-839A-441EFC96AA70}" type="presParOf" srcId="{E49272BB-78F4-467A-BB54-8AD8067726C5}" destId="{D1E8DB9C-8382-4AC8-88C7-8343D25F58FF}" srcOrd="1" destOrd="0" presId="urn:microsoft.com/office/officeart/2018/5/layout/IconCircleLabelList"/>
    <dgm:cxn modelId="{EB281CFB-3F3D-43DA-A7D0-8B2F8A8906C3}" type="presParOf" srcId="{E49272BB-78F4-467A-BB54-8AD8067726C5}" destId="{E2758EDB-E890-48E4-BD8A-64C9A43ADF8C}" srcOrd="2" destOrd="0" presId="urn:microsoft.com/office/officeart/2018/5/layout/IconCircleLabelList"/>
    <dgm:cxn modelId="{F4507E02-3D73-4683-9D12-E07B2AEB06F3}" type="presParOf" srcId="{E49272BB-78F4-467A-BB54-8AD8067726C5}" destId="{625CFE72-D77D-40EA-8408-296B4E39950F}" srcOrd="3" destOrd="0" presId="urn:microsoft.com/office/officeart/2018/5/layout/IconCircleLabelList"/>
    <dgm:cxn modelId="{9A158AB1-44FC-464C-A057-2F022186747E}" type="presParOf" srcId="{D755CF2B-F762-4F02-94EC-876510BE157E}" destId="{3B2419EA-B47E-4D11-A244-37D5CD440652}" srcOrd="1" destOrd="0" presId="urn:microsoft.com/office/officeart/2018/5/layout/IconCircleLabelList"/>
    <dgm:cxn modelId="{EA125220-8DDA-42EC-B7E5-2F0E7121CE71}" type="presParOf" srcId="{D755CF2B-F762-4F02-94EC-876510BE157E}" destId="{38F52D69-098E-4D08-85E4-FCA1DB4CF54D}" srcOrd="2" destOrd="0" presId="urn:microsoft.com/office/officeart/2018/5/layout/IconCircleLabelList"/>
    <dgm:cxn modelId="{52C5E443-FB9B-4FFD-A24B-FD20B46B953B}" type="presParOf" srcId="{38F52D69-098E-4D08-85E4-FCA1DB4CF54D}" destId="{E7BF240E-D4A7-4108-8999-4C1589427675}" srcOrd="0" destOrd="0" presId="urn:microsoft.com/office/officeart/2018/5/layout/IconCircleLabelList"/>
    <dgm:cxn modelId="{E88A0A82-DB5B-4379-A9FC-5F01406F4827}" type="presParOf" srcId="{38F52D69-098E-4D08-85E4-FCA1DB4CF54D}" destId="{75C864DA-BC0E-4F2F-939B-653FA22293CD}" srcOrd="1" destOrd="0" presId="urn:microsoft.com/office/officeart/2018/5/layout/IconCircleLabelList"/>
    <dgm:cxn modelId="{B2A5709A-4688-4F0A-8741-2022391F0C5D}" type="presParOf" srcId="{38F52D69-098E-4D08-85E4-FCA1DB4CF54D}" destId="{ED9A1F7B-B128-4053-B99D-29E8EA4EB18A}" srcOrd="2" destOrd="0" presId="urn:microsoft.com/office/officeart/2018/5/layout/IconCircleLabelList"/>
    <dgm:cxn modelId="{852D59C3-FD57-4210-9E14-0D34CAEA9C94}" type="presParOf" srcId="{38F52D69-098E-4D08-85E4-FCA1DB4CF54D}" destId="{1D16C912-05C4-4BA7-93A8-A193DD4E87E5}" srcOrd="3" destOrd="0" presId="urn:microsoft.com/office/officeart/2018/5/layout/IconCircleLabelList"/>
    <dgm:cxn modelId="{1BC9F334-1669-42F1-A52C-5D21B985BF2A}" type="presParOf" srcId="{D755CF2B-F762-4F02-94EC-876510BE157E}" destId="{F1F948BF-671A-4959-B0B3-E65221C7F246}" srcOrd="3" destOrd="0" presId="urn:microsoft.com/office/officeart/2018/5/layout/IconCircleLabelList"/>
    <dgm:cxn modelId="{F9DEB6A9-D3E3-46FF-A1FB-7CF5CABC18EE}" type="presParOf" srcId="{D755CF2B-F762-4F02-94EC-876510BE157E}" destId="{DD4AFAFE-F284-4354-895D-911E5078F2C5}" srcOrd="4" destOrd="0" presId="urn:microsoft.com/office/officeart/2018/5/layout/IconCircleLabelList"/>
    <dgm:cxn modelId="{21A1E6C7-F97E-4040-8C0A-DE77AA8C72E3}" type="presParOf" srcId="{DD4AFAFE-F284-4354-895D-911E5078F2C5}" destId="{D466764D-5F03-460B-9D8F-16323412E5FF}" srcOrd="0" destOrd="0" presId="urn:microsoft.com/office/officeart/2018/5/layout/IconCircleLabelList"/>
    <dgm:cxn modelId="{D4647256-7B10-4D60-AC7B-4D81A0BDE02A}" type="presParOf" srcId="{DD4AFAFE-F284-4354-895D-911E5078F2C5}" destId="{8CF18BFF-328B-49BA-A8F8-070C9DA4DC42}" srcOrd="1" destOrd="0" presId="urn:microsoft.com/office/officeart/2018/5/layout/IconCircleLabelList"/>
    <dgm:cxn modelId="{97DA5C38-C765-489B-A521-D17FA23C8455}" type="presParOf" srcId="{DD4AFAFE-F284-4354-895D-911E5078F2C5}" destId="{8E629799-5C5A-453E-B406-47555E97E549}" srcOrd="2" destOrd="0" presId="urn:microsoft.com/office/officeart/2018/5/layout/IconCircleLabelList"/>
    <dgm:cxn modelId="{2576E953-3ACF-4E8D-A278-1F386438E19D}" type="presParOf" srcId="{DD4AFAFE-F284-4354-895D-911E5078F2C5}" destId="{C5A57877-EF80-4274-9139-FD7090E6FE71}" srcOrd="3" destOrd="0" presId="urn:microsoft.com/office/officeart/2018/5/layout/IconCircleLabelList"/>
    <dgm:cxn modelId="{93D16F76-B75C-440C-A905-AC9818B55B95}" type="presParOf" srcId="{D755CF2B-F762-4F02-94EC-876510BE157E}" destId="{9AB14C29-1AEE-41E8-BED0-B50C58C7AEDB}" srcOrd="5" destOrd="0" presId="urn:microsoft.com/office/officeart/2018/5/layout/IconCircleLabelList"/>
    <dgm:cxn modelId="{8C3FC593-9630-49A1-AB77-FD0FA8C381BC}" type="presParOf" srcId="{D755CF2B-F762-4F02-94EC-876510BE157E}" destId="{81A79DF4-5E8B-44D5-94E2-4C5DDE96BBE3}" srcOrd="6" destOrd="0" presId="urn:microsoft.com/office/officeart/2018/5/layout/IconCircleLabelList"/>
    <dgm:cxn modelId="{3AE02044-69D8-4848-B830-A46475E2B0D6}" type="presParOf" srcId="{81A79DF4-5E8B-44D5-94E2-4C5DDE96BBE3}" destId="{8286D58C-6D0E-4318-A063-A645A35A3E28}" srcOrd="0" destOrd="0" presId="urn:microsoft.com/office/officeart/2018/5/layout/IconCircleLabelList"/>
    <dgm:cxn modelId="{B8718023-5DD0-4CCD-8D1F-66AE6DB7ADB5}" type="presParOf" srcId="{81A79DF4-5E8B-44D5-94E2-4C5DDE96BBE3}" destId="{DDD310EB-79B2-422F-8E97-62929C5AD388}" srcOrd="1" destOrd="0" presId="urn:microsoft.com/office/officeart/2018/5/layout/IconCircleLabelList"/>
    <dgm:cxn modelId="{EEF2181D-788A-41BB-ACF0-50453E5E7FD0}" type="presParOf" srcId="{81A79DF4-5E8B-44D5-94E2-4C5DDE96BBE3}" destId="{FFA4B1F3-9BD1-4F0D-9494-9F2A6A7E1FF1}" srcOrd="2" destOrd="0" presId="urn:microsoft.com/office/officeart/2018/5/layout/IconCircleLabelList"/>
    <dgm:cxn modelId="{72CC0923-D9E6-4EFB-BE9C-2667E53BFF4C}" type="presParOf" srcId="{81A79DF4-5E8B-44D5-94E2-4C5DDE96BBE3}" destId="{667E6382-F4F8-4F25-B148-2C1E08C0D6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9C0F91-941C-420A-ADDA-8C5DE8D06E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E422F8-80F5-4E4C-920F-82691DB0E10E}">
      <dgm:prSet/>
      <dgm:spPr/>
      <dgm:t>
        <a:bodyPr/>
        <a:lstStyle/>
        <a:p>
          <a:pPr>
            <a:defRPr cap="all"/>
          </a:pPr>
          <a:r>
            <a:rPr lang="en-GB"/>
            <a:t>Research papers on scheduling algorithms. </a:t>
          </a:r>
          <a:endParaRPr lang="en-US"/>
        </a:p>
      </dgm:t>
    </dgm:pt>
    <dgm:pt modelId="{17397178-05D6-44D5-99AE-BD07A02924C0}" type="parTrans" cxnId="{2E50C367-DCB2-4438-B1C6-C8F7B98A706B}">
      <dgm:prSet/>
      <dgm:spPr/>
      <dgm:t>
        <a:bodyPr/>
        <a:lstStyle/>
        <a:p>
          <a:endParaRPr lang="en-US"/>
        </a:p>
      </dgm:t>
    </dgm:pt>
    <dgm:pt modelId="{FF53E40C-0CBD-4683-AFF8-2EC453E07C41}" type="sibTrans" cxnId="{2E50C367-DCB2-4438-B1C6-C8F7B98A706B}">
      <dgm:prSet/>
      <dgm:spPr/>
      <dgm:t>
        <a:bodyPr/>
        <a:lstStyle/>
        <a:p>
          <a:endParaRPr lang="en-US"/>
        </a:p>
      </dgm:t>
    </dgm:pt>
    <dgm:pt modelId="{1E7004B5-F724-4D68-8DBE-AB2A85ECAD45}">
      <dgm:prSet/>
      <dgm:spPr/>
      <dgm:t>
        <a:bodyPr/>
        <a:lstStyle/>
        <a:p>
          <a:pPr>
            <a:defRPr cap="all"/>
          </a:pPr>
          <a:r>
            <a:rPr lang="en-GB"/>
            <a:t>Documentation for Python and MySQL. </a:t>
          </a:r>
          <a:endParaRPr lang="en-US"/>
        </a:p>
      </dgm:t>
    </dgm:pt>
    <dgm:pt modelId="{5E9B11E7-A0D5-4EB2-B2BA-E27D6F4A658D}" type="parTrans" cxnId="{5BC6B705-7898-42D0-AF13-950DB0DC2D4A}">
      <dgm:prSet/>
      <dgm:spPr/>
      <dgm:t>
        <a:bodyPr/>
        <a:lstStyle/>
        <a:p>
          <a:endParaRPr lang="en-US"/>
        </a:p>
      </dgm:t>
    </dgm:pt>
    <dgm:pt modelId="{CEB01B11-575C-4B39-AED7-7FD4D652AF99}" type="sibTrans" cxnId="{5BC6B705-7898-42D0-AF13-950DB0DC2D4A}">
      <dgm:prSet/>
      <dgm:spPr/>
      <dgm:t>
        <a:bodyPr/>
        <a:lstStyle/>
        <a:p>
          <a:endParaRPr lang="en-US"/>
        </a:p>
      </dgm:t>
    </dgm:pt>
    <dgm:pt modelId="{2613AD76-40D8-4D2E-9871-2A81341B8A3D}" type="pres">
      <dgm:prSet presAssocID="{C89C0F91-941C-420A-ADDA-8C5DE8D06EBA}" presName="root" presStyleCnt="0">
        <dgm:presLayoutVars>
          <dgm:dir/>
          <dgm:resizeHandles val="exact"/>
        </dgm:presLayoutVars>
      </dgm:prSet>
      <dgm:spPr/>
    </dgm:pt>
    <dgm:pt modelId="{E50A8E7B-4E32-4A29-AF8A-70D87485F182}" type="pres">
      <dgm:prSet presAssocID="{BCE422F8-80F5-4E4C-920F-82691DB0E10E}" presName="compNode" presStyleCnt="0"/>
      <dgm:spPr/>
    </dgm:pt>
    <dgm:pt modelId="{E830A458-654C-42CA-AA9D-28541D5373E4}" type="pres">
      <dgm:prSet presAssocID="{BCE422F8-80F5-4E4C-920F-82691DB0E10E}" presName="iconBgRect" presStyleLbl="bgShp" presStyleIdx="0" presStyleCnt="2"/>
      <dgm:spPr/>
    </dgm:pt>
    <dgm:pt modelId="{D814C5DE-6EEF-4963-9329-1F97A9F391CB}" type="pres">
      <dgm:prSet presAssocID="{BCE422F8-80F5-4E4C-920F-82691DB0E1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A5D0E51-CE9F-4ACC-9E83-A1ECE3F3AF3D}" type="pres">
      <dgm:prSet presAssocID="{BCE422F8-80F5-4E4C-920F-82691DB0E10E}" presName="spaceRect" presStyleCnt="0"/>
      <dgm:spPr/>
    </dgm:pt>
    <dgm:pt modelId="{3AAF8C3E-0CB7-4EB3-A393-702034D156C2}" type="pres">
      <dgm:prSet presAssocID="{BCE422F8-80F5-4E4C-920F-82691DB0E10E}" presName="textRect" presStyleLbl="revTx" presStyleIdx="0" presStyleCnt="2">
        <dgm:presLayoutVars>
          <dgm:chMax val="1"/>
          <dgm:chPref val="1"/>
        </dgm:presLayoutVars>
      </dgm:prSet>
      <dgm:spPr/>
    </dgm:pt>
    <dgm:pt modelId="{72A7AA3F-C520-4E10-A3B5-7F11B42D803D}" type="pres">
      <dgm:prSet presAssocID="{FF53E40C-0CBD-4683-AFF8-2EC453E07C41}" presName="sibTrans" presStyleCnt="0"/>
      <dgm:spPr/>
    </dgm:pt>
    <dgm:pt modelId="{FF68058B-4C24-4AF0-9148-EE74C521D937}" type="pres">
      <dgm:prSet presAssocID="{1E7004B5-F724-4D68-8DBE-AB2A85ECAD45}" presName="compNode" presStyleCnt="0"/>
      <dgm:spPr/>
    </dgm:pt>
    <dgm:pt modelId="{9658CF6B-0ED0-467F-8A2A-255A974ED8FF}" type="pres">
      <dgm:prSet presAssocID="{1E7004B5-F724-4D68-8DBE-AB2A85ECAD45}" presName="iconBgRect" presStyleLbl="bgShp" presStyleIdx="1" presStyleCnt="2"/>
      <dgm:spPr/>
    </dgm:pt>
    <dgm:pt modelId="{810162BF-FFAB-42C7-918B-00A2AD5A763D}" type="pres">
      <dgm:prSet presAssocID="{1E7004B5-F724-4D68-8DBE-AB2A85ECAD4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B89DBFF-087F-4C15-9D27-E0BA49D9D2DD}" type="pres">
      <dgm:prSet presAssocID="{1E7004B5-F724-4D68-8DBE-AB2A85ECAD45}" presName="spaceRect" presStyleCnt="0"/>
      <dgm:spPr/>
    </dgm:pt>
    <dgm:pt modelId="{A5D3E28A-3CD3-4054-BB95-ADF144514D53}" type="pres">
      <dgm:prSet presAssocID="{1E7004B5-F724-4D68-8DBE-AB2A85ECAD4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D11301-C20C-4DDE-B686-2498C94B42DC}" type="presOf" srcId="{C89C0F91-941C-420A-ADDA-8C5DE8D06EBA}" destId="{2613AD76-40D8-4D2E-9871-2A81341B8A3D}" srcOrd="0" destOrd="0" presId="urn:microsoft.com/office/officeart/2018/5/layout/IconCircleLabelList"/>
    <dgm:cxn modelId="{5BC6B705-7898-42D0-AF13-950DB0DC2D4A}" srcId="{C89C0F91-941C-420A-ADDA-8C5DE8D06EBA}" destId="{1E7004B5-F724-4D68-8DBE-AB2A85ECAD45}" srcOrd="1" destOrd="0" parTransId="{5E9B11E7-A0D5-4EB2-B2BA-E27D6F4A658D}" sibTransId="{CEB01B11-575C-4B39-AED7-7FD4D652AF99}"/>
    <dgm:cxn modelId="{B9C07361-12B1-4CD0-A533-E8587705F80F}" type="presOf" srcId="{1E7004B5-F724-4D68-8DBE-AB2A85ECAD45}" destId="{A5D3E28A-3CD3-4054-BB95-ADF144514D53}" srcOrd="0" destOrd="0" presId="urn:microsoft.com/office/officeart/2018/5/layout/IconCircleLabelList"/>
    <dgm:cxn modelId="{2E50C367-DCB2-4438-B1C6-C8F7B98A706B}" srcId="{C89C0F91-941C-420A-ADDA-8C5DE8D06EBA}" destId="{BCE422F8-80F5-4E4C-920F-82691DB0E10E}" srcOrd="0" destOrd="0" parTransId="{17397178-05D6-44D5-99AE-BD07A02924C0}" sibTransId="{FF53E40C-0CBD-4683-AFF8-2EC453E07C41}"/>
    <dgm:cxn modelId="{B26B28CF-FE43-416E-9F92-48AC0D77C9FA}" type="presOf" srcId="{BCE422F8-80F5-4E4C-920F-82691DB0E10E}" destId="{3AAF8C3E-0CB7-4EB3-A393-702034D156C2}" srcOrd="0" destOrd="0" presId="urn:microsoft.com/office/officeart/2018/5/layout/IconCircleLabelList"/>
    <dgm:cxn modelId="{800AD14F-6F19-4488-83E2-71217129EEAA}" type="presParOf" srcId="{2613AD76-40D8-4D2E-9871-2A81341B8A3D}" destId="{E50A8E7B-4E32-4A29-AF8A-70D87485F182}" srcOrd="0" destOrd="0" presId="urn:microsoft.com/office/officeart/2018/5/layout/IconCircleLabelList"/>
    <dgm:cxn modelId="{04491FAB-CD4D-4774-8C85-77C171E31EC7}" type="presParOf" srcId="{E50A8E7B-4E32-4A29-AF8A-70D87485F182}" destId="{E830A458-654C-42CA-AA9D-28541D5373E4}" srcOrd="0" destOrd="0" presId="urn:microsoft.com/office/officeart/2018/5/layout/IconCircleLabelList"/>
    <dgm:cxn modelId="{2E81D5DD-180D-4EAE-BF99-40DC37790CC0}" type="presParOf" srcId="{E50A8E7B-4E32-4A29-AF8A-70D87485F182}" destId="{D814C5DE-6EEF-4963-9329-1F97A9F391CB}" srcOrd="1" destOrd="0" presId="urn:microsoft.com/office/officeart/2018/5/layout/IconCircleLabelList"/>
    <dgm:cxn modelId="{E20FAECC-65AD-4F4F-9389-48D90C8EFB08}" type="presParOf" srcId="{E50A8E7B-4E32-4A29-AF8A-70D87485F182}" destId="{FA5D0E51-CE9F-4ACC-9E83-A1ECE3F3AF3D}" srcOrd="2" destOrd="0" presId="urn:microsoft.com/office/officeart/2018/5/layout/IconCircleLabelList"/>
    <dgm:cxn modelId="{68BF7E12-BC67-4DDE-B378-0CB2C02C9B0E}" type="presParOf" srcId="{E50A8E7B-4E32-4A29-AF8A-70D87485F182}" destId="{3AAF8C3E-0CB7-4EB3-A393-702034D156C2}" srcOrd="3" destOrd="0" presId="urn:microsoft.com/office/officeart/2018/5/layout/IconCircleLabelList"/>
    <dgm:cxn modelId="{4935D140-04C5-42B3-8579-DB8759B1D8E9}" type="presParOf" srcId="{2613AD76-40D8-4D2E-9871-2A81341B8A3D}" destId="{72A7AA3F-C520-4E10-A3B5-7F11B42D803D}" srcOrd="1" destOrd="0" presId="urn:microsoft.com/office/officeart/2018/5/layout/IconCircleLabelList"/>
    <dgm:cxn modelId="{33C21A53-88EB-497E-89F3-E4FF900D0155}" type="presParOf" srcId="{2613AD76-40D8-4D2E-9871-2A81341B8A3D}" destId="{FF68058B-4C24-4AF0-9148-EE74C521D937}" srcOrd="2" destOrd="0" presId="urn:microsoft.com/office/officeart/2018/5/layout/IconCircleLabelList"/>
    <dgm:cxn modelId="{072AA1C8-5F87-436E-ABB4-A0A135B0AF7B}" type="presParOf" srcId="{FF68058B-4C24-4AF0-9148-EE74C521D937}" destId="{9658CF6B-0ED0-467F-8A2A-255A974ED8FF}" srcOrd="0" destOrd="0" presId="urn:microsoft.com/office/officeart/2018/5/layout/IconCircleLabelList"/>
    <dgm:cxn modelId="{D3140236-6217-4C71-95F1-BD1BD6F9389D}" type="presParOf" srcId="{FF68058B-4C24-4AF0-9148-EE74C521D937}" destId="{810162BF-FFAB-42C7-918B-00A2AD5A763D}" srcOrd="1" destOrd="0" presId="urn:microsoft.com/office/officeart/2018/5/layout/IconCircleLabelList"/>
    <dgm:cxn modelId="{41A725F6-250E-4376-8824-3146B5A33641}" type="presParOf" srcId="{FF68058B-4C24-4AF0-9148-EE74C521D937}" destId="{8B89DBFF-087F-4C15-9D27-E0BA49D9D2DD}" srcOrd="2" destOrd="0" presId="urn:microsoft.com/office/officeart/2018/5/layout/IconCircleLabelList"/>
    <dgm:cxn modelId="{53E31F6B-ABAA-4F68-B369-C254427D2AF7}" type="presParOf" srcId="{FF68058B-4C24-4AF0-9148-EE74C521D937}" destId="{A5D3E28A-3CD3-4054-BB95-ADF144514D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8D726-0042-4A6B-B94D-BA81663F5C4C}">
      <dsp:nvSpPr>
        <dsp:cNvPr id="0" name=""/>
        <dsp:cNvSpPr/>
      </dsp:nvSpPr>
      <dsp:spPr>
        <a:xfrm>
          <a:off x="0" y="3338091"/>
          <a:ext cx="4718785" cy="219014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2. Gayatri Rameshwar Donatkar (Frontend Development)</a:t>
          </a:r>
        </a:p>
      </dsp:txBody>
      <dsp:txXfrm>
        <a:off x="0" y="3338091"/>
        <a:ext cx="4718785" cy="2190149"/>
      </dsp:txXfrm>
    </dsp:sp>
    <dsp:sp modelId="{4CE3FD20-B0BD-4FA2-807A-9B2CB5568577}">
      <dsp:nvSpPr>
        <dsp:cNvPr id="0" name=""/>
        <dsp:cNvSpPr/>
      </dsp:nvSpPr>
      <dsp:spPr>
        <a:xfrm rot="10800000">
          <a:off x="0" y="2493"/>
          <a:ext cx="4718785" cy="336844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1. Aanand Sunil Ingle (Backend Development)</a:t>
          </a:r>
        </a:p>
      </dsp:txBody>
      <dsp:txXfrm rot="10800000">
        <a:off x="0" y="2493"/>
        <a:ext cx="4718785" cy="21887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6DD26-A872-41FC-B43B-B1BC0A45D4E0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F8142-3491-4D33-9471-9ED3AD25A70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9FCE8-20C7-4915-8373-5D8741788928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1. Input Constraints</a:t>
          </a:r>
        </a:p>
      </dsp:txBody>
      <dsp:txXfrm>
        <a:off x="2092" y="2524067"/>
        <a:ext cx="1741992" cy="696796"/>
      </dsp:txXfrm>
    </dsp:sp>
    <dsp:sp modelId="{32D81EC0-C9CE-4ECB-9A3B-EF4D2F27B195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B0FFF-BFBD-4CFE-A8AE-E63F5AA3E802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0DA96-26B2-465C-84BE-CF20BE9A18B8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2. AI Algorithm for Timetable Generation</a:t>
          </a:r>
        </a:p>
      </dsp:txBody>
      <dsp:txXfrm>
        <a:off x="2048933" y="2524067"/>
        <a:ext cx="1741992" cy="696796"/>
      </dsp:txXfrm>
    </dsp:sp>
    <dsp:sp modelId="{DB6AEF8D-7C84-4F1A-85D3-6B01F4616BED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F9CC8-853F-429D-9013-667815640E4B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DB271-0B66-48A2-BEFE-97043D4FF039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3. User Interface &amp; Customization</a:t>
          </a:r>
        </a:p>
      </dsp:txBody>
      <dsp:txXfrm>
        <a:off x="4095774" y="2524067"/>
        <a:ext cx="1741992" cy="696796"/>
      </dsp:txXfrm>
    </dsp:sp>
    <dsp:sp modelId="{07AEF58F-E6B1-4A62-A883-87F584C73600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5564C4-BD48-47A9-8480-6E442AF8E47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A5D1F-038B-4AD1-9108-755F5802A143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4. Timetable Storage &amp; Retrieval</a:t>
          </a:r>
        </a:p>
      </dsp:txBody>
      <dsp:txXfrm>
        <a:off x="6142615" y="2524067"/>
        <a:ext cx="1741992" cy="696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74320-9A5F-4936-87C8-E59CF25F9411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515B5-F57E-4DEB-9EF5-D8889B044F16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Application of AI in scheduling</a:t>
          </a:r>
        </a:p>
      </dsp:txBody>
      <dsp:txXfrm>
        <a:off x="2092" y="2349886"/>
        <a:ext cx="1741992" cy="696796"/>
      </dsp:txXfrm>
    </dsp:sp>
    <dsp:sp modelId="{6E2BC380-B733-4DF0-A611-C2160912FFBE}">
      <dsp:nvSpPr>
        <dsp:cNvPr id="0" name=""/>
        <dsp:cNvSpPr/>
      </dsp:nvSpPr>
      <dsp:spPr>
        <a:xfrm>
          <a:off x="257713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1A480-6C24-4F26-81C3-916B8D1DEFF5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Full-stack development</a:t>
          </a:r>
        </a:p>
      </dsp:txBody>
      <dsp:txXfrm>
        <a:off x="2048933" y="2349886"/>
        <a:ext cx="1741992" cy="696796"/>
      </dsp:txXfrm>
    </dsp:sp>
    <dsp:sp modelId="{D18828CD-8BAD-4C23-B52E-66630944E19C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80FB2-2D3D-4D1D-88B2-FA84533FF2BF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Database design &amp; optimization</a:t>
          </a:r>
        </a:p>
      </dsp:txBody>
      <dsp:txXfrm>
        <a:off x="4095774" y="2349886"/>
        <a:ext cx="1741992" cy="696796"/>
      </dsp:txXfrm>
    </dsp:sp>
    <dsp:sp modelId="{26889A44-EECA-4BA7-B5D9-4CB7560DB8F9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F3EB3-29D1-410A-A2D1-05A456B763F7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Handling real-world constraints in software</a:t>
          </a:r>
        </a:p>
      </dsp:txBody>
      <dsp:txXfrm>
        <a:off x="6142615" y="2349886"/>
        <a:ext cx="1741992" cy="69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56FCB-52FD-447C-9B64-0E23646D276A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8DB9C-8382-4AC8-88C7-8343D25F58FF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CFE72-D77D-40EA-8408-296B4E39950F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Mobile application integration</a:t>
          </a:r>
        </a:p>
      </dsp:txBody>
      <dsp:txXfrm>
        <a:off x="2092" y="2524067"/>
        <a:ext cx="1741992" cy="696796"/>
      </dsp:txXfrm>
    </dsp:sp>
    <dsp:sp modelId="{E7BF240E-D4A7-4108-8999-4C1589427675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864DA-BC0E-4F2F-939B-653FA22293C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6C912-05C4-4BA7-93A8-A193DD4E87E5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More intelligent conflict resolution</a:t>
          </a:r>
        </a:p>
      </dsp:txBody>
      <dsp:txXfrm>
        <a:off x="2048933" y="2524067"/>
        <a:ext cx="1741992" cy="696796"/>
      </dsp:txXfrm>
    </dsp:sp>
    <dsp:sp modelId="{D466764D-5F03-460B-9D8F-16323412E5FF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18BFF-328B-49BA-A8F8-070C9DA4DC42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57877-EF80-4274-9139-FD7090E6FE71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Multi-campus support</a:t>
          </a:r>
        </a:p>
      </dsp:txBody>
      <dsp:txXfrm>
        <a:off x="4095774" y="2524067"/>
        <a:ext cx="1741992" cy="696796"/>
      </dsp:txXfrm>
    </dsp:sp>
    <dsp:sp modelId="{8286D58C-6D0E-4318-A063-A645A35A3E28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310EB-79B2-422F-8E97-62929C5AD388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7E6382-F4F8-4F25-B148-2C1E08C0D641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Advanced analytics for scheduling optimization</a:t>
          </a:r>
        </a:p>
      </dsp:txBody>
      <dsp:txXfrm>
        <a:off x="6142615" y="2524067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0A458-654C-42CA-AA9D-28541D5373E4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4C5DE-6EEF-4963-9329-1F97A9F391CB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F8C3E-0CB7-4EB3-A393-702034D156C2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Research papers on scheduling algorithms. </a:t>
          </a:r>
          <a:endParaRPr lang="en-US" sz="2500" kern="1200"/>
        </a:p>
      </dsp:txBody>
      <dsp:txXfrm>
        <a:off x="28349" y="3255669"/>
        <a:ext cx="3600000" cy="720000"/>
      </dsp:txXfrm>
    </dsp:sp>
    <dsp:sp modelId="{9658CF6B-0ED0-467F-8A2A-255A974ED8FF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162BF-FFAB-42C7-918B-00A2AD5A763D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3E28A-3CD3-4054-BB95-ADF144514D53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Documentation for Python and MySQL. </a:t>
          </a:r>
          <a:endParaRPr lang="en-US" sz="2500" kern="1200"/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Generative Timetable using </a:t>
            </a:r>
            <a:r>
              <a:rPr lang="en-GB"/>
              <a:t>Genetic Algorithm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2000"/>
              <a:t>Aanand Sunil Ingle &amp; Gayatri Rameshwar Donatkar</a:t>
            </a:r>
          </a:p>
          <a:p>
            <a:pPr algn="r">
              <a:lnSpc>
                <a:spcPct val="90000"/>
              </a:lnSpc>
            </a:pPr>
            <a:r>
              <a:rPr lang="en-IN" sz="2000"/>
              <a:t>Department of Computer Science</a:t>
            </a:r>
          </a:p>
          <a:p>
            <a:pPr algn="r">
              <a:lnSpc>
                <a:spcPct val="90000"/>
              </a:lnSpc>
            </a:pPr>
            <a:r>
              <a:rPr lang="en-IN" sz="2000"/>
              <a:t>Sir Parashurambhau College, Pune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Project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87B5CB-18E7-F2CB-EAAA-22B16AE799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9714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Topic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Web Application to Generate Timetables using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/>
              <a:t>- Backend: Flask (Python)</a:t>
            </a:r>
          </a:p>
          <a:p>
            <a:r>
              <a:rPr lang="en-IN"/>
              <a:t>- Database: MySQL</a:t>
            </a:r>
          </a:p>
          <a:p>
            <a:r>
              <a:rPr lang="en-IN"/>
              <a:t>- Frontend: HTML, CSS, JavaScript</a:t>
            </a:r>
          </a:p>
          <a:p>
            <a:r>
              <a:rPr lang="en-IN"/>
              <a:t>- AI Algorithms: Genetic Algorithm</a:t>
            </a:r>
          </a:p>
          <a:p>
            <a:r>
              <a:rPr lang="en-IN"/>
              <a:t>- Other Libraries: NumPy,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GB"/>
              <a:t>Manual timetable creation is time-consuming and error-prone, especially for large institutions.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An AI-powered web application that generates conflict-free timetables by considering constraints like faculty availability, classrooms, and schedules.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Software:</a:t>
            </a:r>
          </a:p>
          <a:p>
            <a:r>
              <a:t>- Python, Flask, MySQL, HTML, CSS, JavaScript</a:t>
            </a:r>
          </a:p>
          <a:p>
            <a:r>
              <a:t>Hardware:</a:t>
            </a:r>
          </a:p>
          <a:p>
            <a:r>
              <a:t>- System with at least 8GB RAM &amp; multi-core processor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Modules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C87D84-EA79-A450-147D-DB82F8100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52858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What We Learned from This Project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47FF979-1782-394E-C7C0-9AF38A677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52921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16B11F-D175-D182-226F-B92EBD38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ER Diagram</a:t>
            </a:r>
          </a:p>
        </p:txBody>
      </p:sp>
      <p:pic>
        <p:nvPicPr>
          <p:cNvPr id="8" name="Picture 7" descr="A diagram of a course&#10;&#10;AI-generated content may be incorrect.">
            <a:extLst>
              <a:ext uri="{FF2B5EF4-FFF2-40B4-BE49-F238E27FC236}">
                <a16:creationId xmlns:a16="http://schemas.microsoft.com/office/drawing/2014/main" id="{283D0B37-7E02-8F0A-C43C-494402E8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1671484"/>
            <a:ext cx="6951406" cy="46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7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2532F-A30C-13D3-04D8-75B34029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Class Diagram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B1BE2-2119-2F86-7266-EAE33E05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24" y="1675227"/>
            <a:ext cx="806275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2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BF809-E10F-F32D-6030-65E4ED6E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Activity Diagram</a:t>
            </a: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8023808E-C626-2C2E-0C56-296EF065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711" y="1675227"/>
            <a:ext cx="183457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4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B1B55-4EC3-BA2F-99D9-EF64E789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Sequence Diagram</a:t>
            </a:r>
          </a:p>
        </p:txBody>
      </p:sp>
      <p:pic>
        <p:nvPicPr>
          <p:cNvPr id="12" name="Picture 11" descr="A screenshot of a diagram&#10;&#10;AI-generated content may be incorrect.">
            <a:extLst>
              <a:ext uri="{FF2B5EF4-FFF2-40B4-BE49-F238E27FC236}">
                <a16:creationId xmlns:a16="http://schemas.microsoft.com/office/drawing/2014/main" id="{E112E142-7A0C-01DD-E540-26567AD2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190" y="1675227"/>
            <a:ext cx="407561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9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1E027-9407-EAC8-7E3F-1475DA82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14" name="Picture 13" descr="A diagram of a system&#10;&#10;AI-generated content may be incorrect.">
            <a:extLst>
              <a:ext uri="{FF2B5EF4-FFF2-40B4-BE49-F238E27FC236}">
                <a16:creationId xmlns:a16="http://schemas.microsoft.com/office/drawing/2014/main" id="{456C2AE9-D8D9-EA1B-B276-28D341FD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33" y="1675227"/>
            <a:ext cx="593653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9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64660-E6C2-79D9-8507-F282F631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2800">
                <a:solidFill>
                  <a:schemeClr val="bg1"/>
                </a:solidFill>
              </a:rPr>
              <a:t>Entering Constraints</a:t>
            </a:r>
          </a:p>
        </p:txBody>
      </p: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31B2F8C-CC3A-C954-B94F-5A64ABB5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98" r="15988"/>
          <a:stretch/>
        </p:blipFill>
        <p:spPr>
          <a:xfrm>
            <a:off x="482600" y="1844306"/>
            <a:ext cx="8178799" cy="405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0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C1D93-5557-1BC3-50B9-25F6174B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Timetable Generation</a:t>
            </a:r>
          </a:p>
        </p:txBody>
      </p:sp>
      <p:pic>
        <p:nvPicPr>
          <p:cNvPr id="5" name="Picture 4" descr="A screenshot of a schedule&#10;&#10;AI-generated content may be incorrect.">
            <a:extLst>
              <a:ext uri="{FF2B5EF4-FFF2-40B4-BE49-F238E27FC236}">
                <a16:creationId xmlns:a16="http://schemas.microsoft.com/office/drawing/2014/main" id="{ABEA3FBB-4E1D-A32E-A49D-7BB27D7F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41037"/>
            <a:ext cx="8178799" cy="286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11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E77D9-D76A-3901-5B4F-691A4CA6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View Timetable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DA24D8-CC8C-1613-E7D8-D35FEF5C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389919"/>
            <a:ext cx="8178799" cy="29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A75C06A-B6C2-7FEA-5E4E-00637096A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74857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770B9-4074-FC4F-06F7-39A5E480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01360-3055-C668-1EB8-AFD766A0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dirty="0"/>
              <a:t>• Currently supports only predefined constraints. </a:t>
            </a:r>
          </a:p>
          <a:p>
            <a:pPr marL="0" indent="0">
              <a:buNone/>
            </a:pPr>
            <a:r>
              <a:rPr lang="en-GB" dirty="0"/>
              <a:t>• Requires manual adjustments for unforeseen changes. </a:t>
            </a:r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44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4355F-EBD1-17A7-3C52-873BEE24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Bibliography and Reference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FE704E-B9BB-3AF8-A642-A924BFE7A4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77467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245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2463-69DC-F7DC-875D-B50192E6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5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4200F-1476-6A42-43CE-4B7C33DE6A53}"/>
              </a:ext>
            </a:extLst>
          </p:cNvPr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Successfully developed an AI-powered web application for timetable generation.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Reduced manual effort and errors in scheduling.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Applied Genetic Algorithm to optimize timetables efficiently.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Gained hands-on experience in Flask, MySQL, and AI-based scheduling.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85CCCADF-7425-E358-3913-1139ED709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1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306</Words>
  <Application>Microsoft Office PowerPoint</Application>
  <PresentationFormat>On-screen Show (4:3)</PresentationFormat>
  <Paragraphs>58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Generative Timetable using Genetic Algorithm</vt:lpstr>
      <vt:lpstr>Project Members</vt:lpstr>
      <vt:lpstr>Project Topic</vt:lpstr>
      <vt:lpstr>Technologies Used</vt:lpstr>
      <vt:lpstr>Existing System</vt:lpstr>
      <vt:lpstr>Proposed System</vt:lpstr>
      <vt:lpstr>Requirements</vt:lpstr>
      <vt:lpstr>Project Modules</vt:lpstr>
      <vt:lpstr>What We Learned from This Project</vt:lpstr>
      <vt:lpstr>ER Diagram</vt:lpstr>
      <vt:lpstr>Class Diagram</vt:lpstr>
      <vt:lpstr>Activity Diagram</vt:lpstr>
      <vt:lpstr>Sequence Diagram</vt:lpstr>
      <vt:lpstr>Use Case Diagram</vt:lpstr>
      <vt:lpstr>Entering Constraints</vt:lpstr>
      <vt:lpstr>Timetable Generation</vt:lpstr>
      <vt:lpstr>View Timetable</vt:lpstr>
      <vt:lpstr>Future Enhancements</vt:lpstr>
      <vt:lpstr>Limitations</vt:lpstr>
      <vt:lpstr>Bibliography and Reference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Aanand Ingle</dc:creator>
  <cp:keywords/>
  <dc:description>generated using python-pptx</dc:description>
  <cp:lastModifiedBy>Aanand Ingle</cp:lastModifiedBy>
  <cp:revision>5</cp:revision>
  <dcterms:created xsi:type="dcterms:W3CDTF">2013-01-27T09:14:16Z</dcterms:created>
  <dcterms:modified xsi:type="dcterms:W3CDTF">2025-03-27T06:53:16Z</dcterms:modified>
  <cp:category/>
</cp:coreProperties>
</file>