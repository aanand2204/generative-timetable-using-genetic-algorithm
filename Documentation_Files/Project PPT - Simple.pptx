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66" r:id="rId16"/>
    <p:sldId id="272" r:id="rId17"/>
    <p:sldId id="273" r:id="rId18"/>
    <p:sldId id="265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72F384-162F-4F58-A858-F6982DE7C7DB}" v="34" dt="2025-03-07T06:44:03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1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nand Ingle" userId="c5ad9e3774d0ebd4" providerId="LiveId" clId="{3D72F384-162F-4F58-A858-F6982DE7C7DB}"/>
    <pc:docChg chg="undo custSel addSld modSld">
      <pc:chgData name="Aanand Ingle" userId="c5ad9e3774d0ebd4" providerId="LiveId" clId="{3D72F384-162F-4F58-A858-F6982DE7C7DB}" dt="2025-03-07T06:45:04.879" v="450" actId="26606"/>
      <pc:docMkLst>
        <pc:docMk/>
      </pc:docMkLst>
      <pc:sldChg chg="modSp mod">
        <pc:chgData name="Aanand Ingle" userId="c5ad9e3774d0ebd4" providerId="LiveId" clId="{3D72F384-162F-4F58-A858-F6982DE7C7DB}" dt="2025-03-05T07:59:02.812" v="88" actId="1076"/>
        <pc:sldMkLst>
          <pc:docMk/>
          <pc:sldMk cId="0" sldId="256"/>
        </pc:sldMkLst>
        <pc:spChg chg="mod">
          <ac:chgData name="Aanand Ingle" userId="c5ad9e3774d0ebd4" providerId="LiveId" clId="{3D72F384-162F-4F58-A858-F6982DE7C7DB}" dt="2025-03-05T07:58:59.136" v="87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anand Ingle" userId="c5ad9e3774d0ebd4" providerId="LiveId" clId="{3D72F384-162F-4F58-A858-F6982DE7C7DB}" dt="2025-03-05T07:59:02.812" v="88" actId="107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anand Ingle" userId="c5ad9e3774d0ebd4" providerId="LiveId" clId="{3D72F384-162F-4F58-A858-F6982DE7C7DB}" dt="2025-03-07T06:28:18.929" v="396" actId="12788"/>
        <pc:sldMkLst>
          <pc:docMk/>
          <pc:sldMk cId="0" sldId="258"/>
        </pc:sldMkLst>
        <pc:spChg chg="mod">
          <ac:chgData name="Aanand Ingle" userId="c5ad9e3774d0ebd4" providerId="LiveId" clId="{3D72F384-162F-4F58-A858-F6982DE7C7DB}" dt="2025-03-07T06:28:18.929" v="396" actId="12788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Aanand Ingle" userId="c5ad9e3774d0ebd4" providerId="LiveId" clId="{3D72F384-162F-4F58-A858-F6982DE7C7DB}" dt="2025-03-07T06:27:34.272" v="342" actId="20577"/>
        <pc:sldMkLst>
          <pc:docMk/>
          <pc:sldMk cId="0" sldId="264"/>
        </pc:sldMkLst>
        <pc:spChg chg="mod">
          <ac:chgData name="Aanand Ingle" userId="c5ad9e3774d0ebd4" providerId="LiveId" clId="{3D72F384-162F-4F58-A858-F6982DE7C7DB}" dt="2025-03-07T06:27:34.272" v="342" actId="20577"/>
          <ac:spMkLst>
            <pc:docMk/>
            <pc:sldMk cId="0" sldId="264"/>
            <ac:spMk id="3" creationId="{00000000-0000-0000-0000-000000000000}"/>
          </ac:spMkLst>
        </pc:spChg>
      </pc:sldChg>
      <pc:sldChg chg="addSp delSp modSp new mod setBg addAnim">
        <pc:chgData name="Aanand Ingle" userId="c5ad9e3774d0ebd4" providerId="LiveId" clId="{3D72F384-162F-4F58-A858-F6982DE7C7DB}" dt="2025-03-07T06:27:06.280" v="338" actId="26606"/>
        <pc:sldMkLst>
          <pc:docMk/>
          <pc:sldMk cId="1836806846" sldId="266"/>
        </pc:sldMkLst>
        <pc:spChg chg="mod">
          <ac:chgData name="Aanand Ingle" userId="c5ad9e3774d0ebd4" providerId="LiveId" clId="{3D72F384-162F-4F58-A858-F6982DE7C7DB}" dt="2025-03-07T06:26:45.778" v="336" actId="26606"/>
          <ac:spMkLst>
            <pc:docMk/>
            <pc:sldMk cId="1836806846" sldId="266"/>
            <ac:spMk id="2" creationId="{90A64660-E6C2-79D9-8507-F282F6313FB1}"/>
          </ac:spMkLst>
        </pc:spChg>
        <pc:spChg chg="add del">
          <ac:chgData name="Aanand Ingle" userId="c5ad9e3774d0ebd4" providerId="LiveId" clId="{3D72F384-162F-4F58-A858-F6982DE7C7DB}" dt="2025-03-06T16:55:36.988" v="140" actId="26606"/>
          <ac:spMkLst>
            <pc:docMk/>
            <pc:sldMk cId="1836806846" sldId="266"/>
            <ac:spMk id="17" creationId="{C5278130-DFE0-457B-8698-88DF69019DDE}"/>
          </ac:spMkLst>
        </pc:spChg>
        <pc:spChg chg="add del">
          <ac:chgData name="Aanand Ingle" userId="c5ad9e3774d0ebd4" providerId="LiveId" clId="{3D72F384-162F-4F58-A858-F6982DE7C7DB}" dt="2025-03-06T16:55:36.988" v="140" actId="26606"/>
          <ac:spMkLst>
            <pc:docMk/>
            <pc:sldMk cId="1836806846" sldId="266"/>
            <ac:spMk id="19" creationId="{2F99531B-1681-4D6E-BECB-18325B33A618}"/>
          </ac:spMkLst>
        </pc:spChg>
        <pc:spChg chg="add del">
          <ac:chgData name="Aanand Ingle" userId="c5ad9e3774d0ebd4" providerId="LiveId" clId="{3D72F384-162F-4F58-A858-F6982DE7C7DB}" dt="2025-03-06T16:55:36.988" v="140" actId="26606"/>
          <ac:spMkLst>
            <pc:docMk/>
            <pc:sldMk cId="1836806846" sldId="266"/>
            <ac:spMk id="21" creationId="{B31100F1-D354-4213-A20A-AB7AD9574882}"/>
          </ac:spMkLst>
        </pc:spChg>
        <pc:spChg chg="add del">
          <ac:chgData name="Aanand Ingle" userId="c5ad9e3774d0ebd4" providerId="LiveId" clId="{3D72F384-162F-4F58-A858-F6982DE7C7DB}" dt="2025-03-06T16:55:36.988" v="140" actId="26606"/>
          <ac:spMkLst>
            <pc:docMk/>
            <pc:sldMk cId="1836806846" sldId="266"/>
            <ac:spMk id="23" creationId="{C3C5EE4D-CBCB-4DDE-A660-52A9B267F716}"/>
          </ac:spMkLst>
        </pc:spChg>
        <pc:spChg chg="add del">
          <ac:chgData name="Aanand Ingle" userId="c5ad9e3774d0ebd4" providerId="LiveId" clId="{3D72F384-162F-4F58-A858-F6982DE7C7DB}" dt="2025-03-07T06:26:45.778" v="336" actId="26606"/>
          <ac:spMkLst>
            <pc:docMk/>
            <pc:sldMk cId="1836806846" sldId="266"/>
            <ac:spMk id="32" creationId="{8C886788-700E-4D20-9F80-E0E96837A203}"/>
          </ac:spMkLst>
        </pc:spChg>
        <pc:spChg chg="add del">
          <ac:chgData name="Aanand Ingle" userId="c5ad9e3774d0ebd4" providerId="LiveId" clId="{3D72F384-162F-4F58-A858-F6982DE7C7DB}" dt="2025-03-07T06:26:45.778" v="336" actId="26606"/>
          <ac:spMkLst>
            <pc:docMk/>
            <pc:sldMk cId="1836806846" sldId="266"/>
            <ac:spMk id="34" creationId="{1850674C-4E08-4C62-A3E2-6337FE4F7D86}"/>
          </ac:spMkLst>
        </pc:spChg>
        <pc:spChg chg="add del">
          <ac:chgData name="Aanand Ingle" userId="c5ad9e3774d0ebd4" providerId="LiveId" clId="{3D72F384-162F-4F58-A858-F6982DE7C7DB}" dt="2025-03-07T06:26:45.778" v="336" actId="26606"/>
          <ac:spMkLst>
            <pc:docMk/>
            <pc:sldMk cId="1836806846" sldId="266"/>
            <ac:spMk id="36" creationId="{BCE4FF05-2B0C-4C97-A9B4-E163085A90E1}"/>
          </ac:spMkLst>
        </pc:spChg>
        <pc:spChg chg="add del">
          <ac:chgData name="Aanand Ingle" userId="c5ad9e3774d0ebd4" providerId="LiveId" clId="{3D72F384-162F-4F58-A858-F6982DE7C7DB}" dt="2025-03-07T06:26:45.778" v="336" actId="26606"/>
          <ac:spMkLst>
            <pc:docMk/>
            <pc:sldMk cId="1836806846" sldId="266"/>
            <ac:spMk id="38" creationId="{529C2A7A-A6B6-4A56-B11C-8E967D88A60D}"/>
          </ac:spMkLst>
        </pc:spChg>
        <pc:spChg chg="add del">
          <ac:chgData name="Aanand Ingle" userId="c5ad9e3774d0ebd4" providerId="LiveId" clId="{3D72F384-162F-4F58-A858-F6982DE7C7DB}" dt="2025-03-07T06:26:45.778" v="336" actId="26606"/>
          <ac:spMkLst>
            <pc:docMk/>
            <pc:sldMk cId="1836806846" sldId="266"/>
            <ac:spMk id="40" creationId="{FDBD7205-E536-4134-8768-AC3E1A3C5E59}"/>
          </ac:spMkLst>
        </pc:spChg>
        <pc:spChg chg="add del">
          <ac:chgData name="Aanand Ingle" userId="c5ad9e3774d0ebd4" providerId="LiveId" clId="{3D72F384-162F-4F58-A858-F6982DE7C7DB}" dt="2025-03-07T06:27:06.280" v="338" actId="26606"/>
          <ac:spMkLst>
            <pc:docMk/>
            <pc:sldMk cId="1836806846" sldId="266"/>
            <ac:spMk id="45" creationId="{A4AC5506-6312-4701-8D3C-40187889A947}"/>
          </ac:spMkLst>
        </pc:spChg>
        <pc:spChg chg="add">
          <ac:chgData name="Aanand Ingle" userId="c5ad9e3774d0ebd4" providerId="LiveId" clId="{3D72F384-162F-4F58-A858-F6982DE7C7DB}" dt="2025-03-07T06:27:06.280" v="338" actId="26606"/>
          <ac:spMkLst>
            <pc:docMk/>
            <pc:sldMk cId="1836806846" sldId="266"/>
            <ac:spMk id="50" creationId="{A4AC5506-6312-4701-8D3C-40187889A947}"/>
          </ac:spMkLst>
        </pc:spChg>
        <pc:picChg chg="add del mod ord">
          <ac:chgData name="Aanand Ingle" userId="c5ad9e3774d0ebd4" providerId="LiveId" clId="{3D72F384-162F-4F58-A858-F6982DE7C7DB}" dt="2025-03-06T16:54:16.457" v="121" actId="478"/>
          <ac:picMkLst>
            <pc:docMk/>
            <pc:sldMk cId="1836806846" sldId="266"/>
            <ac:picMk id="4" creationId="{F98DAA66-CF8B-E006-AC6B-9C66F388148A}"/>
          </ac:picMkLst>
        </pc:picChg>
        <pc:picChg chg="add del mod">
          <ac:chgData name="Aanand Ingle" userId="c5ad9e3774d0ebd4" providerId="LiveId" clId="{3D72F384-162F-4F58-A858-F6982DE7C7DB}" dt="2025-03-07T06:26:10.280" v="272" actId="21"/>
          <ac:picMkLst>
            <pc:docMk/>
            <pc:sldMk cId="1836806846" sldId="266"/>
            <ac:picMk id="5" creationId="{ABEA3FBB-4E1D-A32E-A49D-7BB27D7F04A0}"/>
          </ac:picMkLst>
        </pc:picChg>
        <pc:picChg chg="add del mod ord">
          <ac:chgData name="Aanand Ingle" userId="c5ad9e3774d0ebd4" providerId="LiveId" clId="{3D72F384-162F-4F58-A858-F6982DE7C7DB}" dt="2025-03-06T16:54:17.183" v="122" actId="478"/>
          <ac:picMkLst>
            <pc:docMk/>
            <pc:sldMk cId="1836806846" sldId="266"/>
            <ac:picMk id="6" creationId="{7A1BFB84-8BD8-48F9-C292-94C50518CF10}"/>
          </ac:picMkLst>
        </pc:picChg>
        <pc:picChg chg="add del mod ord">
          <ac:chgData name="Aanand Ingle" userId="c5ad9e3774d0ebd4" providerId="LiveId" clId="{3D72F384-162F-4F58-A858-F6982DE7C7DB}" dt="2025-03-06T16:55:07.504" v="130" actId="478"/>
          <ac:picMkLst>
            <pc:docMk/>
            <pc:sldMk cId="1836806846" sldId="266"/>
            <ac:picMk id="8" creationId="{8C7A485E-25DE-5762-EA24-3EB108A0A2A5}"/>
          </ac:picMkLst>
        </pc:picChg>
        <pc:picChg chg="add del mod">
          <ac:chgData name="Aanand Ingle" userId="c5ad9e3774d0ebd4" providerId="LiveId" clId="{3D72F384-162F-4F58-A858-F6982DE7C7DB}" dt="2025-03-07T06:26:16.389" v="274" actId="21"/>
          <ac:picMkLst>
            <pc:docMk/>
            <pc:sldMk cId="1836806846" sldId="266"/>
            <ac:picMk id="9" creationId="{A9DA24D8-CC8C-1613-E7D8-D35FEF5CF0BB}"/>
          </ac:picMkLst>
        </pc:picChg>
        <pc:picChg chg="add del mod">
          <ac:chgData name="Aanand Ingle" userId="c5ad9e3774d0ebd4" providerId="LiveId" clId="{3D72F384-162F-4F58-A858-F6982DE7C7DB}" dt="2025-03-06T16:55:08.111" v="131" actId="478"/>
          <ac:picMkLst>
            <pc:docMk/>
            <pc:sldMk cId="1836806846" sldId="266"/>
            <ac:picMk id="10" creationId="{0758303D-4EFF-0C9E-BDDE-1C294AF8B9F7}"/>
          </ac:picMkLst>
        </pc:picChg>
        <pc:picChg chg="add del mod">
          <ac:chgData name="Aanand Ingle" userId="c5ad9e3774d0ebd4" providerId="LiveId" clId="{3D72F384-162F-4F58-A858-F6982DE7C7DB}" dt="2025-03-06T16:55:08.561" v="132" actId="478"/>
          <ac:picMkLst>
            <pc:docMk/>
            <pc:sldMk cId="1836806846" sldId="266"/>
            <ac:picMk id="12" creationId="{4B3959FB-9BA3-0F5C-7B62-58963727BCD0}"/>
          </ac:picMkLst>
        </pc:picChg>
        <pc:picChg chg="add mod modCrop">
          <ac:chgData name="Aanand Ingle" userId="c5ad9e3774d0ebd4" providerId="LiveId" clId="{3D72F384-162F-4F58-A858-F6982DE7C7DB}" dt="2025-03-07T06:27:06.280" v="338" actId="26606"/>
          <ac:picMkLst>
            <pc:docMk/>
            <pc:sldMk cId="1836806846" sldId="266"/>
            <ac:picMk id="13" creationId="{031B2F8C-CC3A-C954-B94F-5A64ABB58BD1}"/>
          </ac:picMkLst>
        </pc:picChg>
        <pc:cxnChg chg="add">
          <ac:chgData name="Aanand Ingle" userId="c5ad9e3774d0ebd4" providerId="LiveId" clId="{3D72F384-162F-4F58-A858-F6982DE7C7DB}" dt="2025-03-06T16:54:26.811" v="123" actId="26606"/>
          <ac:cxnSpMkLst>
            <pc:docMk/>
            <pc:sldMk cId="1836806846" sldId="266"/>
            <ac:cxnSpMk id="25" creationId="{ADF9D7C6-F5C1-4F7F-957D-8F47CC38D7F3}"/>
          </ac:cxnSpMkLst>
        </pc:cxnChg>
        <pc:cxnChg chg="add">
          <ac:chgData name="Aanand Ingle" userId="c5ad9e3774d0ebd4" providerId="LiveId" clId="{3D72F384-162F-4F58-A858-F6982DE7C7DB}" dt="2025-03-06T16:54:26.811" v="123" actId="26606"/>
          <ac:cxnSpMkLst>
            <pc:docMk/>
            <pc:sldMk cId="1836806846" sldId="266"/>
            <ac:cxnSpMk id="27" creationId="{5AD91B30-4304-4CFF-90E1-F076C0595B04}"/>
          </ac:cxnSpMkLst>
        </pc:cxnChg>
      </pc:sldChg>
      <pc:sldChg chg="addSp delSp modSp add mod setBg delDesignElem">
        <pc:chgData name="Aanand Ingle" userId="c5ad9e3774d0ebd4" providerId="LiveId" clId="{3D72F384-162F-4F58-A858-F6982DE7C7DB}" dt="2025-03-07T06:34:04.956" v="403" actId="27614"/>
        <pc:sldMkLst>
          <pc:docMk/>
          <pc:sldMk cId="1966571423" sldId="267"/>
        </pc:sldMkLst>
        <pc:spChg chg="del mod">
          <ac:chgData name="Aanand Ingle" userId="c5ad9e3774d0ebd4" providerId="LiveId" clId="{3D72F384-162F-4F58-A858-F6982DE7C7DB}" dt="2025-03-07T06:25:12.716" v="255" actId="478"/>
          <ac:spMkLst>
            <pc:docMk/>
            <pc:sldMk cId="1966571423" sldId="267"/>
            <ac:spMk id="2" creationId="{B0AA142B-75BF-11D9-9643-3307710F159C}"/>
          </ac:spMkLst>
        </pc:spChg>
        <pc:spChg chg="add mod">
          <ac:chgData name="Aanand Ingle" userId="c5ad9e3774d0ebd4" providerId="LiveId" clId="{3D72F384-162F-4F58-A858-F6982DE7C7DB}" dt="2025-03-07T06:25:20.929" v="266" actId="20577"/>
          <ac:spMkLst>
            <pc:docMk/>
            <pc:sldMk cId="1966571423" sldId="267"/>
            <ac:spMk id="5" creationId="{8916B11F-D175-D182-226F-B92EBD38D476}"/>
          </ac:spMkLst>
        </pc:spChg>
        <pc:spChg chg="add del">
          <ac:chgData name="Aanand Ingle" userId="c5ad9e3774d0ebd4" providerId="LiveId" clId="{3D72F384-162F-4F58-A858-F6982DE7C7DB}" dt="2025-03-07T06:25:16.715" v="256" actId="26606"/>
          <ac:spMkLst>
            <pc:docMk/>
            <pc:sldMk cId="1966571423" sldId="267"/>
            <ac:spMk id="19" creationId="{928F64C6-FE22-4FC1-A763-DFCC514811BD}"/>
          </ac:spMkLst>
        </pc:spChg>
        <pc:spChg chg="add">
          <ac:chgData name="Aanand Ingle" userId="c5ad9e3774d0ebd4" providerId="LiveId" clId="{3D72F384-162F-4F58-A858-F6982DE7C7DB}" dt="2025-03-07T06:25:16.715" v="256" actId="26606"/>
          <ac:spMkLst>
            <pc:docMk/>
            <pc:sldMk cId="1966571423" sldId="267"/>
            <ac:spMk id="26" creationId="{A4AC5506-6312-4701-8D3C-40187889A947}"/>
          </ac:spMkLst>
        </pc:spChg>
        <pc:picChg chg="add del mod ord">
          <ac:chgData name="Aanand Ingle" userId="c5ad9e3774d0ebd4" providerId="LiveId" clId="{3D72F384-162F-4F58-A858-F6982DE7C7DB}" dt="2025-03-07T06:24:43.704" v="250" actId="21"/>
          <ac:picMkLst>
            <pc:docMk/>
            <pc:sldMk cId="1966571423" sldId="267"/>
            <ac:picMk id="4" creationId="{8023808E-C626-2C2E-0C56-296EF065725D}"/>
          </ac:picMkLst>
        </pc:picChg>
        <pc:picChg chg="add del mod">
          <ac:chgData name="Aanand Ingle" userId="c5ad9e3774d0ebd4" providerId="LiveId" clId="{3D72F384-162F-4F58-A858-F6982DE7C7DB}" dt="2025-03-07T06:24:48.674" v="252" actId="21"/>
          <ac:picMkLst>
            <pc:docMk/>
            <pc:sldMk cId="1966571423" sldId="267"/>
            <ac:picMk id="6" creationId="{29FB1BE2-2119-2F86-7266-EAE33E05968A}"/>
          </ac:picMkLst>
        </pc:picChg>
        <pc:picChg chg="add mod">
          <ac:chgData name="Aanand Ingle" userId="c5ad9e3774d0ebd4" providerId="LiveId" clId="{3D72F384-162F-4F58-A858-F6982DE7C7DB}" dt="2025-03-07T06:34:04.956" v="403" actId="27614"/>
          <ac:picMkLst>
            <pc:docMk/>
            <pc:sldMk cId="1966571423" sldId="267"/>
            <ac:picMk id="8" creationId="{283D0B37-7E02-8F0A-C43C-494402E80A08}"/>
          </ac:picMkLst>
        </pc:picChg>
        <pc:picChg chg="del">
          <ac:chgData name="Aanand Ingle" userId="c5ad9e3774d0ebd4" providerId="LiveId" clId="{3D72F384-162F-4F58-A858-F6982DE7C7DB}" dt="2025-03-06T16:52:47.644" v="90" actId="478"/>
          <ac:picMkLst>
            <pc:docMk/>
            <pc:sldMk cId="1966571423" sldId="267"/>
            <ac:picMk id="8" creationId="{ED3787B7-D1BC-D0AF-A741-8A0FFB227FC6}"/>
          </ac:picMkLst>
        </pc:picChg>
        <pc:picChg chg="add del mod ord">
          <ac:chgData name="Aanand Ingle" userId="c5ad9e3774d0ebd4" providerId="LiveId" clId="{3D72F384-162F-4F58-A858-F6982DE7C7DB}" dt="2025-03-07T06:33:47.726" v="397" actId="478"/>
          <ac:picMkLst>
            <pc:docMk/>
            <pc:sldMk cId="1966571423" sldId="267"/>
            <ac:picMk id="9" creationId="{4C0892CA-1027-E29F-F565-797F7E2BC676}"/>
          </ac:picMkLst>
        </pc:picChg>
        <pc:picChg chg="del">
          <ac:chgData name="Aanand Ingle" userId="c5ad9e3774d0ebd4" providerId="LiveId" clId="{3D72F384-162F-4F58-A858-F6982DE7C7DB}" dt="2025-03-06T16:52:47.104" v="89" actId="478"/>
          <ac:picMkLst>
            <pc:docMk/>
            <pc:sldMk cId="1966571423" sldId="267"/>
            <ac:picMk id="10" creationId="{021856F0-2B6E-1334-7441-2AD6DDD3547A}"/>
          </ac:picMkLst>
        </pc:picChg>
        <pc:picChg chg="add del mod">
          <ac:chgData name="Aanand Ingle" userId="c5ad9e3774d0ebd4" providerId="LiveId" clId="{3D72F384-162F-4F58-A858-F6982DE7C7DB}" dt="2025-03-07T06:24:33.105" v="248" actId="21"/>
          <ac:picMkLst>
            <pc:docMk/>
            <pc:sldMk cId="1966571423" sldId="267"/>
            <ac:picMk id="12" creationId="{E112E142-7A0C-01DD-E540-26567AD2A5DC}"/>
          </ac:picMkLst>
        </pc:picChg>
        <pc:picChg chg="add del mod">
          <ac:chgData name="Aanand Ingle" userId="c5ad9e3774d0ebd4" providerId="LiveId" clId="{3D72F384-162F-4F58-A858-F6982DE7C7DB}" dt="2025-03-07T06:24:26.051" v="246" actId="21"/>
          <ac:picMkLst>
            <pc:docMk/>
            <pc:sldMk cId="1966571423" sldId="267"/>
            <ac:picMk id="14" creationId="{456C2AE9-D8D9-EA1B-B276-28D341FD1507}"/>
          </ac:picMkLst>
        </pc:picChg>
        <pc:cxnChg chg="add del">
          <ac:chgData name="Aanand Ingle" userId="c5ad9e3774d0ebd4" providerId="LiveId" clId="{3D72F384-162F-4F58-A858-F6982DE7C7DB}" dt="2025-03-07T06:25:16.715" v="256" actId="26606"/>
          <ac:cxnSpMkLst>
            <pc:docMk/>
            <pc:sldMk cId="1966571423" sldId="267"/>
            <ac:cxnSpMk id="21" creationId="{5C34627B-48E6-4F4D-B843-97717A86B490}"/>
          </ac:cxnSpMkLst>
        </pc:cxnChg>
      </pc:sldChg>
      <pc:sldChg chg="addSp modSp new mod setBg">
        <pc:chgData name="Aanand Ingle" userId="c5ad9e3774d0ebd4" providerId="LiveId" clId="{3D72F384-162F-4F58-A858-F6982DE7C7DB}" dt="2025-03-07T06:25:04.960" v="254" actId="26606"/>
        <pc:sldMkLst>
          <pc:docMk/>
          <pc:sldMk cId="3342624438" sldId="268"/>
        </pc:sldMkLst>
        <pc:spChg chg="mod">
          <ac:chgData name="Aanand Ingle" userId="c5ad9e3774d0ebd4" providerId="LiveId" clId="{3D72F384-162F-4F58-A858-F6982DE7C7DB}" dt="2025-03-07T06:25:04.960" v="254" actId="26606"/>
          <ac:spMkLst>
            <pc:docMk/>
            <pc:sldMk cId="3342624438" sldId="268"/>
            <ac:spMk id="2" creationId="{3302532F-A30C-13D3-04D8-75B3402902D6}"/>
          </ac:spMkLst>
        </pc:spChg>
        <pc:spChg chg="add">
          <ac:chgData name="Aanand Ingle" userId="c5ad9e3774d0ebd4" providerId="LiveId" clId="{3D72F384-162F-4F58-A858-F6982DE7C7DB}" dt="2025-03-07T06:25:04.960" v="254" actId="26606"/>
          <ac:spMkLst>
            <pc:docMk/>
            <pc:sldMk cId="3342624438" sldId="268"/>
            <ac:spMk id="11" creationId="{A4AC5506-6312-4701-8D3C-40187889A947}"/>
          </ac:spMkLst>
        </pc:spChg>
        <pc:picChg chg="add mod">
          <ac:chgData name="Aanand Ingle" userId="c5ad9e3774d0ebd4" providerId="LiveId" clId="{3D72F384-162F-4F58-A858-F6982DE7C7DB}" dt="2025-03-07T06:25:04.960" v="254" actId="26606"/>
          <ac:picMkLst>
            <pc:docMk/>
            <pc:sldMk cId="3342624438" sldId="268"/>
            <ac:picMk id="6" creationId="{29FB1BE2-2119-2F86-7266-EAE33E05968A}"/>
          </ac:picMkLst>
        </pc:picChg>
      </pc:sldChg>
      <pc:sldChg chg="addSp modSp new mod setBg">
        <pc:chgData name="Aanand Ingle" userId="c5ad9e3774d0ebd4" providerId="LiveId" clId="{3D72F384-162F-4F58-A858-F6982DE7C7DB}" dt="2025-03-07T06:25:28.684" v="267" actId="26606"/>
        <pc:sldMkLst>
          <pc:docMk/>
          <pc:sldMk cId="63254848" sldId="269"/>
        </pc:sldMkLst>
        <pc:spChg chg="mod">
          <ac:chgData name="Aanand Ingle" userId="c5ad9e3774d0ebd4" providerId="LiveId" clId="{3D72F384-162F-4F58-A858-F6982DE7C7DB}" dt="2025-03-07T06:25:28.684" v="267" actId="26606"/>
          <ac:spMkLst>
            <pc:docMk/>
            <pc:sldMk cId="63254848" sldId="269"/>
            <ac:spMk id="2" creationId="{E35BF809-E10F-F32D-6030-65E4ED6E6FF7}"/>
          </ac:spMkLst>
        </pc:spChg>
        <pc:spChg chg="add">
          <ac:chgData name="Aanand Ingle" userId="c5ad9e3774d0ebd4" providerId="LiveId" clId="{3D72F384-162F-4F58-A858-F6982DE7C7DB}" dt="2025-03-07T06:25:28.684" v="267" actId="26606"/>
          <ac:spMkLst>
            <pc:docMk/>
            <pc:sldMk cId="63254848" sldId="269"/>
            <ac:spMk id="9" creationId="{A4AC5506-6312-4701-8D3C-40187889A947}"/>
          </ac:spMkLst>
        </pc:spChg>
        <pc:picChg chg="add mod">
          <ac:chgData name="Aanand Ingle" userId="c5ad9e3774d0ebd4" providerId="LiveId" clId="{3D72F384-162F-4F58-A858-F6982DE7C7DB}" dt="2025-03-07T06:25:28.684" v="267" actId="26606"/>
          <ac:picMkLst>
            <pc:docMk/>
            <pc:sldMk cId="63254848" sldId="269"/>
            <ac:picMk id="4" creationId="{8023808E-C626-2C2E-0C56-296EF065725D}"/>
          </ac:picMkLst>
        </pc:picChg>
      </pc:sldChg>
      <pc:sldChg chg="addSp modSp new mod setBg">
        <pc:chgData name="Aanand Ingle" userId="c5ad9e3774d0ebd4" providerId="LiveId" clId="{3D72F384-162F-4F58-A858-F6982DE7C7DB}" dt="2025-03-07T06:25:43.897" v="268" actId="26606"/>
        <pc:sldMkLst>
          <pc:docMk/>
          <pc:sldMk cId="1500092705" sldId="270"/>
        </pc:sldMkLst>
        <pc:spChg chg="mod">
          <ac:chgData name="Aanand Ingle" userId="c5ad9e3774d0ebd4" providerId="LiveId" clId="{3D72F384-162F-4F58-A858-F6982DE7C7DB}" dt="2025-03-07T06:25:43.897" v="268" actId="26606"/>
          <ac:spMkLst>
            <pc:docMk/>
            <pc:sldMk cId="1500092705" sldId="270"/>
            <ac:spMk id="2" creationId="{448B1B55-4EC3-BA2F-99D9-EF64E78954AA}"/>
          </ac:spMkLst>
        </pc:spChg>
        <pc:spChg chg="add">
          <ac:chgData name="Aanand Ingle" userId="c5ad9e3774d0ebd4" providerId="LiveId" clId="{3D72F384-162F-4F58-A858-F6982DE7C7DB}" dt="2025-03-07T06:25:43.897" v="268" actId="26606"/>
          <ac:spMkLst>
            <pc:docMk/>
            <pc:sldMk cId="1500092705" sldId="270"/>
            <ac:spMk id="17" creationId="{A4AC5506-6312-4701-8D3C-40187889A947}"/>
          </ac:spMkLst>
        </pc:spChg>
        <pc:picChg chg="add mod">
          <ac:chgData name="Aanand Ingle" userId="c5ad9e3774d0ebd4" providerId="LiveId" clId="{3D72F384-162F-4F58-A858-F6982DE7C7DB}" dt="2025-03-07T06:25:43.897" v="268" actId="26606"/>
          <ac:picMkLst>
            <pc:docMk/>
            <pc:sldMk cId="1500092705" sldId="270"/>
            <ac:picMk id="12" creationId="{E112E142-7A0C-01DD-E540-26567AD2A5DC}"/>
          </ac:picMkLst>
        </pc:picChg>
      </pc:sldChg>
      <pc:sldChg chg="addSp modSp new mod setBg">
        <pc:chgData name="Aanand Ingle" userId="c5ad9e3774d0ebd4" providerId="LiveId" clId="{3D72F384-162F-4F58-A858-F6982DE7C7DB}" dt="2025-03-07T06:25:51.486" v="269" actId="26606"/>
        <pc:sldMkLst>
          <pc:docMk/>
          <pc:sldMk cId="3902599155" sldId="271"/>
        </pc:sldMkLst>
        <pc:spChg chg="mod">
          <ac:chgData name="Aanand Ingle" userId="c5ad9e3774d0ebd4" providerId="LiveId" clId="{3D72F384-162F-4F58-A858-F6982DE7C7DB}" dt="2025-03-07T06:25:51.486" v="269" actId="26606"/>
          <ac:spMkLst>
            <pc:docMk/>
            <pc:sldMk cId="3902599155" sldId="271"/>
            <ac:spMk id="2" creationId="{11E1E027-9407-EAC8-7E3F-1475DA8201AA}"/>
          </ac:spMkLst>
        </pc:spChg>
        <pc:spChg chg="add">
          <ac:chgData name="Aanand Ingle" userId="c5ad9e3774d0ebd4" providerId="LiveId" clId="{3D72F384-162F-4F58-A858-F6982DE7C7DB}" dt="2025-03-07T06:25:51.486" v="269" actId="26606"/>
          <ac:spMkLst>
            <pc:docMk/>
            <pc:sldMk cId="3902599155" sldId="271"/>
            <ac:spMk id="19" creationId="{A4AC5506-6312-4701-8D3C-40187889A947}"/>
          </ac:spMkLst>
        </pc:spChg>
        <pc:picChg chg="add mod">
          <ac:chgData name="Aanand Ingle" userId="c5ad9e3774d0ebd4" providerId="LiveId" clId="{3D72F384-162F-4F58-A858-F6982DE7C7DB}" dt="2025-03-07T06:25:51.486" v="269" actId="26606"/>
          <ac:picMkLst>
            <pc:docMk/>
            <pc:sldMk cId="3902599155" sldId="271"/>
            <ac:picMk id="14" creationId="{456C2AE9-D8D9-EA1B-B276-28D341FD1507}"/>
          </ac:picMkLst>
        </pc:picChg>
      </pc:sldChg>
      <pc:sldChg chg="addSp modSp new mod setBg">
        <pc:chgData name="Aanand Ingle" userId="c5ad9e3774d0ebd4" providerId="LiveId" clId="{3D72F384-162F-4F58-A858-F6982DE7C7DB}" dt="2025-03-07T06:27:12.711" v="339" actId="26606"/>
        <pc:sldMkLst>
          <pc:docMk/>
          <pc:sldMk cId="2250911079" sldId="272"/>
        </pc:sldMkLst>
        <pc:spChg chg="mod">
          <ac:chgData name="Aanand Ingle" userId="c5ad9e3774d0ebd4" providerId="LiveId" clId="{3D72F384-162F-4F58-A858-F6982DE7C7DB}" dt="2025-03-07T06:27:12.711" v="339" actId="26606"/>
          <ac:spMkLst>
            <pc:docMk/>
            <pc:sldMk cId="2250911079" sldId="272"/>
            <ac:spMk id="2" creationId="{B2EC1D93-5557-1BC3-50B9-25F6174BF7F9}"/>
          </ac:spMkLst>
        </pc:spChg>
        <pc:spChg chg="add">
          <ac:chgData name="Aanand Ingle" userId="c5ad9e3774d0ebd4" providerId="LiveId" clId="{3D72F384-162F-4F58-A858-F6982DE7C7DB}" dt="2025-03-07T06:27:12.711" v="339" actId="26606"/>
          <ac:spMkLst>
            <pc:docMk/>
            <pc:sldMk cId="2250911079" sldId="272"/>
            <ac:spMk id="10" creationId="{A4AC5506-6312-4701-8D3C-40187889A947}"/>
          </ac:spMkLst>
        </pc:spChg>
        <pc:picChg chg="add mod">
          <ac:chgData name="Aanand Ingle" userId="c5ad9e3774d0ebd4" providerId="LiveId" clId="{3D72F384-162F-4F58-A858-F6982DE7C7DB}" dt="2025-03-07T06:27:12.711" v="339" actId="26606"/>
          <ac:picMkLst>
            <pc:docMk/>
            <pc:sldMk cId="2250911079" sldId="272"/>
            <ac:picMk id="5" creationId="{ABEA3FBB-4E1D-A32E-A49D-7BB27D7F04A0}"/>
          </ac:picMkLst>
        </pc:picChg>
      </pc:sldChg>
      <pc:sldChg chg="addSp modSp new mod setBg">
        <pc:chgData name="Aanand Ingle" userId="c5ad9e3774d0ebd4" providerId="LiveId" clId="{3D72F384-162F-4F58-A858-F6982DE7C7DB}" dt="2025-03-07T06:27:17.774" v="340" actId="26606"/>
        <pc:sldMkLst>
          <pc:docMk/>
          <pc:sldMk cId="842425884" sldId="273"/>
        </pc:sldMkLst>
        <pc:spChg chg="mod">
          <ac:chgData name="Aanand Ingle" userId="c5ad9e3774d0ebd4" providerId="LiveId" clId="{3D72F384-162F-4F58-A858-F6982DE7C7DB}" dt="2025-03-07T06:27:17.774" v="340" actId="26606"/>
          <ac:spMkLst>
            <pc:docMk/>
            <pc:sldMk cId="842425884" sldId="273"/>
            <ac:spMk id="2" creationId="{351E77D9-D76A-3901-5B4F-691A4CA6DEA0}"/>
          </ac:spMkLst>
        </pc:spChg>
        <pc:spChg chg="add">
          <ac:chgData name="Aanand Ingle" userId="c5ad9e3774d0ebd4" providerId="LiveId" clId="{3D72F384-162F-4F58-A858-F6982DE7C7DB}" dt="2025-03-07T06:27:17.774" v="340" actId="26606"/>
          <ac:spMkLst>
            <pc:docMk/>
            <pc:sldMk cId="842425884" sldId="273"/>
            <ac:spMk id="14" creationId="{A4AC5506-6312-4701-8D3C-40187889A947}"/>
          </ac:spMkLst>
        </pc:spChg>
        <pc:picChg chg="add mod">
          <ac:chgData name="Aanand Ingle" userId="c5ad9e3774d0ebd4" providerId="LiveId" clId="{3D72F384-162F-4F58-A858-F6982DE7C7DB}" dt="2025-03-07T06:27:17.774" v="340" actId="26606"/>
          <ac:picMkLst>
            <pc:docMk/>
            <pc:sldMk cId="842425884" sldId="273"/>
            <ac:picMk id="9" creationId="{A9DA24D8-CC8C-1613-E7D8-D35FEF5CF0BB}"/>
          </ac:picMkLst>
        </pc:picChg>
      </pc:sldChg>
      <pc:sldChg chg="addSp delSp modSp new mod setBg">
        <pc:chgData name="Aanand Ingle" userId="c5ad9e3774d0ebd4" providerId="LiveId" clId="{3D72F384-162F-4F58-A858-F6982DE7C7DB}" dt="2025-03-07T06:45:04.879" v="450" actId="26606"/>
        <pc:sldMkLst>
          <pc:docMk/>
          <pc:sldMk cId="1237644565" sldId="274"/>
        </pc:sldMkLst>
        <pc:spChg chg="mod">
          <ac:chgData name="Aanand Ingle" userId="c5ad9e3774d0ebd4" providerId="LiveId" clId="{3D72F384-162F-4F58-A858-F6982DE7C7DB}" dt="2025-03-07T06:45:04.879" v="450" actId="26606"/>
          <ac:spMkLst>
            <pc:docMk/>
            <pc:sldMk cId="1237644565" sldId="274"/>
            <ac:spMk id="2" creationId="{AF5B7556-701B-591C-7548-96A677E0F18A}"/>
          </ac:spMkLst>
        </pc:spChg>
        <pc:spChg chg="add del mod">
          <ac:chgData name="Aanand Ingle" userId="c5ad9e3774d0ebd4" providerId="LiveId" clId="{3D72F384-162F-4F58-A858-F6982DE7C7DB}" dt="2025-03-07T06:45:04.879" v="450" actId="26606"/>
          <ac:spMkLst>
            <pc:docMk/>
            <pc:sldMk cId="1237644565" sldId="274"/>
            <ac:spMk id="3" creationId="{DB12DD88-C22F-8299-F8D2-5A683E999409}"/>
          </ac:spMkLst>
        </pc:spChg>
        <pc:spChg chg="add del">
          <ac:chgData name="Aanand Ingle" userId="c5ad9e3774d0ebd4" providerId="LiveId" clId="{3D72F384-162F-4F58-A858-F6982DE7C7DB}" dt="2025-03-07T06:45:04.866" v="449" actId="26606"/>
          <ac:spMkLst>
            <pc:docMk/>
            <pc:sldMk cId="1237644565" sldId="274"/>
            <ac:spMk id="10" creationId="{B50AB553-2A96-4A92-96F2-93548E096954}"/>
          </ac:spMkLst>
        </pc:spChg>
        <pc:spChg chg="add">
          <ac:chgData name="Aanand Ingle" userId="c5ad9e3774d0ebd4" providerId="LiveId" clId="{3D72F384-162F-4F58-A858-F6982DE7C7DB}" dt="2025-03-07T06:45:04.879" v="450" actId="26606"/>
          <ac:spMkLst>
            <pc:docMk/>
            <pc:sldMk cId="1237644565" sldId="274"/>
            <ac:spMk id="12" creationId="{967D8EB6-EAE1-4F9C-B398-83321E287204}"/>
          </ac:spMkLst>
        </pc:spChg>
        <pc:spChg chg="add">
          <ac:chgData name="Aanand Ingle" userId="c5ad9e3774d0ebd4" providerId="LiveId" clId="{3D72F384-162F-4F58-A858-F6982DE7C7DB}" dt="2025-03-07T06:45:04.879" v="450" actId="26606"/>
          <ac:spMkLst>
            <pc:docMk/>
            <pc:sldMk cId="1237644565" sldId="274"/>
            <ac:spMk id="13" creationId="{DB12DD88-C22F-8299-F8D2-5A683E999409}"/>
          </ac:spMkLst>
        </pc:spChg>
        <pc:spChg chg="add">
          <ac:chgData name="Aanand Ingle" userId="c5ad9e3774d0ebd4" providerId="LiveId" clId="{3D72F384-162F-4F58-A858-F6982DE7C7DB}" dt="2025-03-07T06:45:04.879" v="450" actId="26606"/>
          <ac:spMkLst>
            <pc:docMk/>
            <pc:sldMk cId="1237644565" sldId="274"/>
            <ac:spMk id="14" creationId="{59A309A7-1751-4ABE-A3C1-EEC40366AD89}"/>
          </ac:spMkLst>
        </pc:spChg>
        <pc:graphicFrameChg chg="add del">
          <ac:chgData name="Aanand Ingle" userId="c5ad9e3774d0ebd4" providerId="LiveId" clId="{3D72F384-162F-4F58-A858-F6982DE7C7DB}" dt="2025-03-07T06:45:04.866" v="449" actId="26606"/>
          <ac:graphicFrameMkLst>
            <pc:docMk/>
            <pc:sldMk cId="1237644565" sldId="274"/>
            <ac:graphicFrameMk id="5" creationId="{A1135DCF-2F20-E04A-C9D0-5568351EA4C6}"/>
          </ac:graphicFrameMkLst>
        </pc:graphicFrameChg>
        <pc:picChg chg="add del">
          <ac:chgData name="Aanand Ingle" userId="c5ad9e3774d0ebd4" providerId="LiveId" clId="{3D72F384-162F-4F58-A858-F6982DE7C7DB}" dt="2025-03-07T06:45:04.866" v="449" actId="26606"/>
          <ac:picMkLst>
            <pc:docMk/>
            <pc:sldMk cId="1237644565" sldId="274"/>
            <ac:picMk id="6" creationId="{4FBDC425-C10E-745A-5F37-FE0CD59B5CA9}"/>
          </ac:picMkLst>
        </pc:picChg>
        <pc:picChg chg="add">
          <ac:chgData name="Aanand Ingle" userId="c5ad9e3774d0ebd4" providerId="LiveId" clId="{3D72F384-162F-4F58-A858-F6982DE7C7DB}" dt="2025-03-07T06:45:04.879" v="450" actId="26606"/>
          <ac:picMkLst>
            <pc:docMk/>
            <pc:sldMk cId="1237644565" sldId="274"/>
            <ac:picMk id="7" creationId="{0F2ABA3F-29C4-CD78-4D8B-4BA0496AE4B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43577"/>
            <a:ext cx="7772400" cy="1470025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Timetable using Genetic Algorithm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8829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Aanand Sunil Ingle &amp; Gayatri Rameshwar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Donatkar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Parashurambhau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College, Pune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Aanand Sunil Ingle (Backend Development)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Gayatri Rameshwar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Donatkar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(Frontend Development)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2162" y="2690352"/>
            <a:ext cx="6759677" cy="14772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Timetable using Genetic Algorithm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Flask (Python)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Algorithms: Genetic Algorithm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Libraries: NumPy, Pandas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timetable creation is time-consuming and error-prone, especially for large institutions.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web application that generates conflict-free timetables by considering constraints like faculty availability, classrooms, and schedules.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Flask, MySQL, HTML, CSS, JavaScript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with at least 8GB RAM &amp; multi-core processor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Project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Constraints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Algorithm for Timetable Generation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&amp; Customization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Timetable Storage &amp; Retrieval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Learned from This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AI in scheduling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optimization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real-world constraints in software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16B11F-D175-D182-226F-B92EBD38D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ER Diagram</a:t>
            </a:r>
          </a:p>
        </p:txBody>
      </p:sp>
      <p:pic>
        <p:nvPicPr>
          <p:cNvPr id="8" name="Picture 7" descr="A diagram of a course&#10;&#10;AI-generated content may be incorrect.">
            <a:extLst>
              <a:ext uri="{FF2B5EF4-FFF2-40B4-BE49-F238E27FC236}">
                <a16:creationId xmlns:a16="http://schemas.microsoft.com/office/drawing/2014/main" id="{283D0B37-7E02-8F0A-C43C-494402E80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2" y="1671484"/>
            <a:ext cx="6951406" cy="468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571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2532F-A30C-13D3-04D8-75B340290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Class Diagram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FB1BE2-2119-2F86-7266-EAE33E059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24" y="1675227"/>
            <a:ext cx="8062750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24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5BF809-E10F-F32D-6030-65E4ED6E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Activity Diagram</a:t>
            </a:r>
          </a:p>
        </p:txBody>
      </p:sp>
      <p:pic>
        <p:nvPicPr>
          <p:cNvPr id="4" name="Picture 3" descr="A diagram of a flowchart&#10;&#10;AI-generated content may be incorrect.">
            <a:extLst>
              <a:ext uri="{FF2B5EF4-FFF2-40B4-BE49-F238E27FC236}">
                <a16:creationId xmlns:a16="http://schemas.microsoft.com/office/drawing/2014/main" id="{8023808E-C626-2C2E-0C56-296EF0657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711" y="1675227"/>
            <a:ext cx="1834577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54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B1B55-4EC3-BA2F-99D9-EF64E7895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Sequence Diagram</a:t>
            </a:r>
          </a:p>
        </p:txBody>
      </p:sp>
      <p:pic>
        <p:nvPicPr>
          <p:cNvPr id="12" name="Picture 11" descr="A screenshot of a diagram&#10;&#10;AI-generated content may be incorrect.">
            <a:extLst>
              <a:ext uri="{FF2B5EF4-FFF2-40B4-BE49-F238E27FC236}">
                <a16:creationId xmlns:a16="http://schemas.microsoft.com/office/drawing/2014/main" id="{E112E142-7A0C-01DD-E540-26567AD2A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190" y="1675227"/>
            <a:ext cx="407561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92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1E027-9407-EAC8-7E3F-1475DA820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Use Case Diagram</a:t>
            </a:r>
          </a:p>
        </p:txBody>
      </p:sp>
      <p:pic>
        <p:nvPicPr>
          <p:cNvPr id="14" name="Picture 13" descr="A diagram of a system&#10;&#10;AI-generated content may be incorrect.">
            <a:extLst>
              <a:ext uri="{FF2B5EF4-FFF2-40B4-BE49-F238E27FC236}">
                <a16:creationId xmlns:a16="http://schemas.microsoft.com/office/drawing/2014/main" id="{456C2AE9-D8D9-EA1B-B276-28D341FD1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733" y="1675227"/>
            <a:ext cx="593653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99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A64660-E6C2-79D9-8507-F282F6313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sz="2800">
                <a:solidFill>
                  <a:schemeClr val="bg1"/>
                </a:solidFill>
              </a:rPr>
              <a:t>Entering Constraints</a:t>
            </a:r>
          </a:p>
        </p:txBody>
      </p:sp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31B2F8C-CC3A-C954-B94F-5A64ABB58B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98" r="15988"/>
          <a:stretch/>
        </p:blipFill>
        <p:spPr>
          <a:xfrm>
            <a:off x="482600" y="1844306"/>
            <a:ext cx="8178799" cy="405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80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EC1D93-5557-1BC3-50B9-25F6174BF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Timetable Generation</a:t>
            </a:r>
          </a:p>
        </p:txBody>
      </p:sp>
      <p:pic>
        <p:nvPicPr>
          <p:cNvPr id="5" name="Picture 4" descr="A screenshot of a schedule&#10;&#10;AI-generated content may be incorrect.">
            <a:extLst>
              <a:ext uri="{FF2B5EF4-FFF2-40B4-BE49-F238E27FC236}">
                <a16:creationId xmlns:a16="http://schemas.microsoft.com/office/drawing/2014/main" id="{ABEA3FBB-4E1D-A32E-A49D-7BB27D7F0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441037"/>
            <a:ext cx="8178799" cy="286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11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1E77D9-D76A-3901-5B4F-691A4CA6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View Timetable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DA24D8-CC8C-1613-E7D8-D35FEF5CF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389919"/>
            <a:ext cx="8178799" cy="296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25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integration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intelligent conflict resolution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Multi-campus support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for scheduling optimization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B7556-701B-591C-7548-96A677E0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85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12DD88-C22F-8299-F8D2-5A683E999409}"/>
              </a:ext>
            </a:extLst>
          </p:cNvPr>
          <p:cNvSpPr txBox="1"/>
          <p:nvPr/>
        </p:nvSpPr>
        <p:spPr>
          <a:xfrm>
            <a:off x="852321" y="2227943"/>
            <a:ext cx="5033221" cy="3788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Successfully developed an AI-powered web application for timetable generation.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Reduced manual effort and errors in scheduling.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Applied Genetic Algorithm to optimize timetables efficiently.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Gained hands-on experience in Flask, MySQL, and AI-based scheduling.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1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0F2ABA3F-29C4-CD78-4D8B-4BA0496AE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644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244</Words>
  <Application>Microsoft Office PowerPoint</Application>
  <PresentationFormat>On-screen Show (4:3)</PresentationFormat>
  <Paragraphs>52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Generative Timetable using Genetic Algorithm</vt:lpstr>
      <vt:lpstr>Project Members</vt:lpstr>
      <vt:lpstr>Project Topic</vt:lpstr>
      <vt:lpstr>Technologies Used</vt:lpstr>
      <vt:lpstr>Existing System</vt:lpstr>
      <vt:lpstr>Proposed System</vt:lpstr>
      <vt:lpstr>Requirements</vt:lpstr>
      <vt:lpstr>Project Modules</vt:lpstr>
      <vt:lpstr>What We Learned from This Project</vt:lpstr>
      <vt:lpstr>ER Diagram</vt:lpstr>
      <vt:lpstr>Class Diagram</vt:lpstr>
      <vt:lpstr>Activity Diagram</vt:lpstr>
      <vt:lpstr>Sequence Diagram</vt:lpstr>
      <vt:lpstr>Use Case Diagram</vt:lpstr>
      <vt:lpstr>Entering Constraints</vt:lpstr>
      <vt:lpstr>Timetable Generation</vt:lpstr>
      <vt:lpstr>View Timetable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Aanand Ingle</dc:creator>
  <cp:keywords/>
  <dc:description>generated using python-pptx</dc:description>
  <cp:lastModifiedBy>Aanand Ingle</cp:lastModifiedBy>
  <cp:revision>2</cp:revision>
  <dcterms:created xsi:type="dcterms:W3CDTF">2013-01-27T09:14:16Z</dcterms:created>
  <dcterms:modified xsi:type="dcterms:W3CDTF">2025-03-07T06:45:10Z</dcterms:modified>
  <cp:category/>
</cp:coreProperties>
</file>